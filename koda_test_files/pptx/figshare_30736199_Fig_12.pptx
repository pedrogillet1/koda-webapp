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480175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870" autoAdjust="0"/>
  </p:normalViewPr>
  <p:slideViewPr>
    <p:cSldViewPr snapToGrid="0">
      <p:cViewPr varScale="1">
        <p:scale>
          <a:sx n="195" d="100"/>
          <a:sy n="195" d="100"/>
        </p:scale>
        <p:origin x="2708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B661F-1DFE-4CB9-BEB0-0CBDA663A214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444625" y="1143000"/>
            <a:ext cx="3968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A5E747-EF5E-4499-A8F5-54C7B4255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423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KEr_time_large_all_byd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KEt_time_large_all_byd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KEr_time_small_all_byd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KEt_time_small_all_byd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A5E747-EF5E-4499-A8F5-54C7B425521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315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013" y="824885"/>
            <a:ext cx="5508149" cy="1754776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2647331"/>
            <a:ext cx="4860131" cy="1216909"/>
          </a:xfrm>
        </p:spPr>
        <p:txBody>
          <a:bodyPr/>
          <a:lstStyle>
            <a:lvl1pPr marL="0" indent="0" algn="ctr">
              <a:buNone/>
              <a:defRPr sz="1701"/>
            </a:lvl1pPr>
            <a:lvl2pPr marL="324018" indent="0" algn="ctr">
              <a:buNone/>
              <a:defRPr sz="1417"/>
            </a:lvl2pPr>
            <a:lvl3pPr marL="648035" indent="0" algn="ctr">
              <a:buNone/>
              <a:defRPr sz="1276"/>
            </a:lvl3pPr>
            <a:lvl4pPr marL="972053" indent="0" algn="ctr">
              <a:buNone/>
              <a:defRPr sz="1134"/>
            </a:lvl4pPr>
            <a:lvl5pPr marL="1296071" indent="0" algn="ctr">
              <a:buNone/>
              <a:defRPr sz="1134"/>
            </a:lvl5pPr>
            <a:lvl6pPr marL="1620088" indent="0" algn="ctr">
              <a:buNone/>
              <a:defRPr sz="1134"/>
            </a:lvl6pPr>
            <a:lvl7pPr marL="1944106" indent="0" algn="ctr">
              <a:buNone/>
              <a:defRPr sz="1134"/>
            </a:lvl7pPr>
            <a:lvl8pPr marL="2268123" indent="0" algn="ctr">
              <a:buNone/>
              <a:defRPr sz="1134"/>
            </a:lvl8pPr>
            <a:lvl9pPr marL="2592141" indent="0" algn="ctr">
              <a:buNone/>
              <a:defRPr sz="113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370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191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1256579"/>
            <a:ext cx="5589151" cy="2096630"/>
          </a:xfrm>
        </p:spPr>
        <p:txBody>
          <a:bodyPr anchor="b"/>
          <a:lstStyle>
            <a:lvl1pPr>
              <a:defRPr sz="425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3373044"/>
            <a:ext cx="5589151" cy="1102568"/>
          </a:xfrm>
        </p:spPr>
        <p:txBody>
          <a:bodyPr/>
          <a:lstStyle>
            <a:lvl1pPr marL="0" indent="0">
              <a:buNone/>
              <a:defRPr sz="1701">
                <a:solidFill>
                  <a:schemeClr val="tx1"/>
                </a:solidFill>
              </a:defRPr>
            </a:lvl1pPr>
            <a:lvl2pPr marL="324018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2pPr>
            <a:lvl3pPr marL="648035" indent="0">
              <a:buNone/>
              <a:defRPr sz="1276">
                <a:solidFill>
                  <a:schemeClr val="tx1">
                    <a:tint val="75000"/>
                  </a:schemeClr>
                </a:solidFill>
              </a:defRPr>
            </a:lvl3pPr>
            <a:lvl4pPr marL="97205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4pPr>
            <a:lvl5pPr marL="129607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5pPr>
            <a:lvl6pPr marL="1620088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6pPr>
            <a:lvl7pPr marL="1944106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7pPr>
            <a:lvl8pPr marL="226812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8pPr>
            <a:lvl9pPr marL="259214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320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1341750"/>
            <a:ext cx="2754074" cy="31980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1341750"/>
            <a:ext cx="2754074" cy="31980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618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268351"/>
            <a:ext cx="5589151" cy="97422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7" y="1235577"/>
            <a:ext cx="2741417" cy="605537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7" y="1841114"/>
            <a:ext cx="2741417" cy="270800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1235577"/>
            <a:ext cx="2754918" cy="605537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1841114"/>
            <a:ext cx="2754918" cy="270800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703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614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835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336021"/>
            <a:ext cx="2090025" cy="1176073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725713"/>
            <a:ext cx="3280589" cy="3581889"/>
          </a:xfrm>
        </p:spPr>
        <p:txBody>
          <a:bodyPr/>
          <a:lstStyle>
            <a:lvl1pPr>
              <a:defRPr sz="2268"/>
            </a:lvl1pPr>
            <a:lvl2pPr>
              <a:defRPr sz="1984"/>
            </a:lvl2pPr>
            <a:lvl3pPr>
              <a:defRPr sz="1701"/>
            </a:lvl3pPr>
            <a:lvl4pPr>
              <a:defRPr sz="1417"/>
            </a:lvl4pPr>
            <a:lvl5pPr>
              <a:defRPr sz="1417"/>
            </a:lvl5pPr>
            <a:lvl6pPr>
              <a:defRPr sz="1417"/>
            </a:lvl6pPr>
            <a:lvl7pPr>
              <a:defRPr sz="1417"/>
            </a:lvl7pPr>
            <a:lvl8pPr>
              <a:defRPr sz="1417"/>
            </a:lvl8pPr>
            <a:lvl9pPr>
              <a:defRPr sz="141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512094"/>
            <a:ext cx="2090025" cy="2801341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725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336021"/>
            <a:ext cx="2090025" cy="1176073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725713"/>
            <a:ext cx="3280589" cy="3581889"/>
          </a:xfrm>
        </p:spPr>
        <p:txBody>
          <a:bodyPr anchor="t"/>
          <a:lstStyle>
            <a:lvl1pPr marL="0" indent="0">
              <a:buNone/>
              <a:defRPr sz="2268"/>
            </a:lvl1pPr>
            <a:lvl2pPr marL="324018" indent="0">
              <a:buNone/>
              <a:defRPr sz="1984"/>
            </a:lvl2pPr>
            <a:lvl3pPr marL="648035" indent="0">
              <a:buNone/>
              <a:defRPr sz="1701"/>
            </a:lvl3pPr>
            <a:lvl4pPr marL="972053" indent="0">
              <a:buNone/>
              <a:defRPr sz="1417"/>
            </a:lvl4pPr>
            <a:lvl5pPr marL="1296071" indent="0">
              <a:buNone/>
              <a:defRPr sz="1417"/>
            </a:lvl5pPr>
            <a:lvl6pPr marL="1620088" indent="0">
              <a:buNone/>
              <a:defRPr sz="1417"/>
            </a:lvl6pPr>
            <a:lvl7pPr marL="1944106" indent="0">
              <a:buNone/>
              <a:defRPr sz="1417"/>
            </a:lvl7pPr>
            <a:lvl8pPr marL="2268123" indent="0">
              <a:buNone/>
              <a:defRPr sz="1417"/>
            </a:lvl8pPr>
            <a:lvl9pPr marL="2592141" indent="0">
              <a:buNone/>
              <a:defRPr sz="141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512094"/>
            <a:ext cx="2090025" cy="2801341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952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664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268350"/>
            <a:ext cx="1397288" cy="427143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268350"/>
            <a:ext cx="4110861" cy="427143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284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268351"/>
            <a:ext cx="5589151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1341750"/>
            <a:ext cx="5589151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4671625"/>
            <a:ext cx="1458039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74359-7249-4FB2-94ED-A6944282DBCF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4671625"/>
            <a:ext cx="2187059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4671625"/>
            <a:ext cx="1458039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33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48035" rtl="0" eaLnBrk="1" latinLnBrk="0" hangingPunct="1">
        <a:lnSpc>
          <a:spcPct val="90000"/>
        </a:lnSpc>
        <a:spcBef>
          <a:spcPct val="0"/>
        </a:spcBef>
        <a:buNone/>
        <a:defRPr sz="31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09" indent="-162009" algn="l" defTabSz="64803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486026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10044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13406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458079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782097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2106115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43013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754150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1pPr>
      <a:lvl2pPr marL="32401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48035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3pPr>
      <a:lvl4pPr marL="97205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29607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62008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1944106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26812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59214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089D38F-9D6B-4A74-A757-0DAAEE0B5480}"/>
              </a:ext>
            </a:extLst>
          </p:cNvPr>
          <p:cNvGrpSpPr/>
          <p:nvPr/>
        </p:nvGrpSpPr>
        <p:grpSpPr>
          <a:xfrm>
            <a:off x="87" y="0"/>
            <a:ext cx="6480087" cy="3360904"/>
            <a:chOff x="87" y="0"/>
            <a:chExt cx="6480087" cy="3360904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6BEFD8EC-619E-4793-93A0-40A9A5B25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20175" y="1680451"/>
              <a:ext cx="2159999" cy="1680451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1A2E78D-26B2-449B-AF3F-3DD3B6400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" y="1"/>
              <a:ext cx="2160000" cy="1680451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3C12671-D6BF-47DA-953A-8DE751FFD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" y="1680452"/>
              <a:ext cx="2160000" cy="1680451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B1E43AE7-EAA0-4FED-8C2D-F0F9C21A9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0087" y="1"/>
              <a:ext cx="2160000" cy="1680451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2ED0366-E018-4E8C-8E29-6CA5374D6977}"/>
                </a:ext>
              </a:extLst>
            </p:cNvPr>
            <p:cNvSpPr txBox="1"/>
            <p:nvPr/>
          </p:nvSpPr>
          <p:spPr>
            <a:xfrm>
              <a:off x="192646" y="112857"/>
              <a:ext cx="456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10B7010-912B-4B0A-A328-5235FB433850}"/>
                </a:ext>
              </a:extLst>
            </p:cNvPr>
            <p:cNvSpPr txBox="1"/>
            <p:nvPr/>
          </p:nvSpPr>
          <p:spPr>
            <a:xfrm>
              <a:off x="192646" y="1797701"/>
              <a:ext cx="456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(d)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73B92B0-DB46-452E-8A83-BFE29163E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0087" y="1680452"/>
              <a:ext cx="2160000" cy="1680452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FBA0798-0A53-4F6C-812C-89974486F075}"/>
                </a:ext>
              </a:extLst>
            </p:cNvPr>
            <p:cNvSpPr txBox="1"/>
            <p:nvPr/>
          </p:nvSpPr>
          <p:spPr>
            <a:xfrm>
              <a:off x="1909691" y="112857"/>
              <a:ext cx="456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29ECC3A-9CD9-4496-9F53-B0C3D607B78B}"/>
                </a:ext>
              </a:extLst>
            </p:cNvPr>
            <p:cNvSpPr txBox="1"/>
            <p:nvPr/>
          </p:nvSpPr>
          <p:spPr>
            <a:xfrm>
              <a:off x="1909691" y="1793308"/>
              <a:ext cx="456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(e)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1ED0BD5-A7FE-4365-AC43-5C7A3B8D9C8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20175" y="0"/>
              <a:ext cx="2159999" cy="1680450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A2FAF09-9900-4835-97D3-245EB26E5E28}"/>
                </a:ext>
              </a:extLst>
            </p:cNvPr>
            <p:cNvSpPr txBox="1"/>
            <p:nvPr/>
          </p:nvSpPr>
          <p:spPr>
            <a:xfrm>
              <a:off x="4069779" y="112857"/>
              <a:ext cx="456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(c)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E4986CE-B43E-4DF0-9807-6CB70278B25E}"/>
                </a:ext>
              </a:extLst>
            </p:cNvPr>
            <p:cNvSpPr txBox="1"/>
            <p:nvPr/>
          </p:nvSpPr>
          <p:spPr>
            <a:xfrm>
              <a:off x="4069779" y="1793308"/>
              <a:ext cx="456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(f)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1089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</TotalTime>
  <Words>55</Words>
  <Application>Microsoft Office PowerPoint</Application>
  <PresentationFormat>自定义</PresentationFormat>
  <Paragraphs>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Yandong BI</dc:creator>
  <cp:lastModifiedBy>毕研栋</cp:lastModifiedBy>
  <cp:revision>17</cp:revision>
  <dcterms:created xsi:type="dcterms:W3CDTF">2024-12-29T02:18:22Z</dcterms:created>
  <dcterms:modified xsi:type="dcterms:W3CDTF">2025-11-27T06:20:52Z</dcterms:modified>
</cp:coreProperties>
</file>