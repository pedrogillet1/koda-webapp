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6" r:id="rId4"/>
    <p:sldId id="264" r:id="rId5"/>
    <p:sldId id="257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78927-DDA4-40A6-81A6-1F2E74206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E9C47F-52A8-43AE-A17B-F9AF87A5B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7141E-54AC-45F9-8421-03D8E48C7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4D1147-D421-4A25-AB1A-AC29902A6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A9A25C-B372-4913-81B7-BCD9401A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36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B2DA5-3C59-4DF2-8908-B000753E1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75624A-C97D-4F26-93FD-F0C754A2A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BF87C-5BBE-417B-AAD5-C9B2B7B75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EB8E48-E1FE-4F40-B478-BF81C963D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88A68-8BED-45D0-874D-BD557DBE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21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52428-473C-47B5-A0D7-C4562970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836A24-65A5-466D-A383-DDB0B4549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63115-5A1A-4996-981E-2A879874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493B17-F3F0-4849-B940-3B263387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6D5057-D4C9-43A7-ADA0-2518243B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8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F47FC-FE29-4B99-9B81-B1A1E1A7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DC0365-B964-4153-B35F-E8324BD78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3CAB94-6BD9-4F28-9A08-5C4FBA64A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C743B0-56D0-4138-A5D6-D2A62F16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CDA37E-5264-4BBA-BB43-01DA3AE4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AEC855-613C-4E58-8E26-2ED7C2A4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36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DB1EB-3230-4BF1-B5E2-51D5EC55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33EA4-08F2-4252-AB48-1FC7B0440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93B776-050F-4D3E-B4C4-9D5A4850D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F91E9-FB7D-4076-B711-F8A020C10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F75BDC-C57B-4A26-992E-C5A3B8CA9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DE4759-7A62-43EA-8E65-CAEAFBB20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B6B38E-88EB-4801-8E27-1A7901E8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252C4A-B22E-4448-ACFD-1CE2B896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57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E02FF-221A-4574-AF13-C2F10C68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DF43B-4A3F-4649-9F5D-E0FDCD41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B18478-681D-4E49-8ACF-C2A15360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BD9F22-8DC5-4C66-BD77-C2B8F99C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67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3BE960-A6A5-4253-9349-67008132A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074C3A-765E-421F-8CBE-1A86F32F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9D39D3-7CB0-4074-808D-44225A33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42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39B29-34D1-406C-A595-8E2A65654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0916A-450E-4E24-91E9-38B4BA1FE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31E9C8-22F7-41F5-8476-EFEB27076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A67C96-7C93-4263-93EF-B4F0D547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68F020-9B09-49B6-8A38-F95D2480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02FA42-5B67-4AA2-A69F-C59E70AB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056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F182A-A183-4547-9FD8-10BAA17F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4771CF-EF6B-4D13-8B09-90AF38428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E3924C-4D76-4910-BD2B-A6277CC52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F44BA7-D879-409A-84C9-89C076DE6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CAAD5-A73C-4754-A8B5-E525F349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9CF010-9669-4639-BE3A-C6BB5EE3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26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7E4C0-6FA1-4B65-8997-BD211622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0A9BDC-2ED9-4440-A735-551A2E2F4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FB9054-F2FC-45C1-9551-47B75A23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3F48C7-C122-4C45-BBE0-F0F82C19A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D16699-0198-430A-A1FF-64255056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00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558791-47A6-40E3-925C-2D9975E03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919EAD-1DC0-4542-9F87-F429BA584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BA843-D5CE-41A9-B38B-ADE89B22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ACF41-E711-45F0-8D20-899C5703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A7C2F3-C25A-4AAF-B9AE-B460446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C93D0C-F3F7-4B93-8526-C5888E73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33EFD6-A736-49FF-AE9C-61A8406C0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F33D4D-A0E0-4506-99D8-C7B793029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A5A38-04EB-4E19-8B59-43ACD67EDB27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EEC1F3-81EA-4D35-9C2E-D78029881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81B98A-F745-4855-B4E9-EAB36B486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FF08E-BE15-4222-A7AB-E70FFEF27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00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>
            <a:extLst>
              <a:ext uri="{FF2B5EF4-FFF2-40B4-BE49-F238E27FC236}">
                <a16:creationId xmlns:a16="http://schemas.microsoft.com/office/drawing/2014/main" id="{1F146C62-FACA-46BB-BA43-26EEA44CB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729000"/>
            <a:ext cx="9000000" cy="540000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AC6878E1-4690-422B-99A4-86F0F4EBC850}"/>
              </a:ext>
            </a:extLst>
          </p:cNvPr>
          <p:cNvGrpSpPr/>
          <p:nvPr/>
        </p:nvGrpSpPr>
        <p:grpSpPr>
          <a:xfrm>
            <a:off x="5876007" y="2122180"/>
            <a:ext cx="1466795" cy="2500465"/>
            <a:chOff x="4528927" y="2851179"/>
            <a:chExt cx="1466795" cy="2500465"/>
          </a:xfrm>
          <a:solidFill>
            <a:srgbClr val="00B050"/>
          </a:solidFill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E2CDB3A-6C33-42C3-AD6A-A19480A6A6EC}"/>
                </a:ext>
              </a:extLst>
            </p:cNvPr>
            <p:cNvSpPr/>
            <p:nvPr/>
          </p:nvSpPr>
          <p:spPr>
            <a:xfrm>
              <a:off x="5923722" y="5279644"/>
              <a:ext cx="72000" cy="7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77DBC7B-6FE6-4196-AC50-F92A59EE377C}"/>
                </a:ext>
              </a:extLst>
            </p:cNvPr>
            <p:cNvSpPr/>
            <p:nvPr/>
          </p:nvSpPr>
          <p:spPr>
            <a:xfrm>
              <a:off x="5400260" y="4477887"/>
              <a:ext cx="72000" cy="7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18D4E5C-487A-447F-9CF6-B3A0A7350DFB}"/>
                </a:ext>
              </a:extLst>
            </p:cNvPr>
            <p:cNvSpPr/>
            <p:nvPr/>
          </p:nvSpPr>
          <p:spPr>
            <a:xfrm>
              <a:off x="4787344" y="3666192"/>
              <a:ext cx="72000" cy="7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16437DF-BE45-42EA-A21A-F8E60E953A6F}"/>
                </a:ext>
              </a:extLst>
            </p:cNvPr>
            <p:cNvSpPr/>
            <p:nvPr/>
          </p:nvSpPr>
          <p:spPr>
            <a:xfrm>
              <a:off x="4528927" y="2851179"/>
              <a:ext cx="72000" cy="7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77456815-E95A-4808-9383-8EDF4FDE4C4C}"/>
              </a:ext>
            </a:extLst>
          </p:cNvPr>
          <p:cNvSpPr txBox="1"/>
          <p:nvPr/>
        </p:nvSpPr>
        <p:spPr>
          <a:xfrm>
            <a:off x="10088218" y="461789"/>
            <a:ext cx="194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large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1999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>
            <a:extLst>
              <a:ext uri="{FF2B5EF4-FFF2-40B4-BE49-F238E27FC236}">
                <a16:creationId xmlns:a16="http://schemas.microsoft.com/office/drawing/2014/main" id="{93215A52-90A5-42A9-90FC-45F5D7325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729000"/>
            <a:ext cx="9000000" cy="540000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9EB656ED-DD74-497E-B0BB-7B8A102856D7}"/>
              </a:ext>
            </a:extLst>
          </p:cNvPr>
          <p:cNvGrpSpPr/>
          <p:nvPr/>
        </p:nvGrpSpPr>
        <p:grpSpPr>
          <a:xfrm>
            <a:off x="5354359" y="2124241"/>
            <a:ext cx="1533050" cy="2536900"/>
            <a:chOff x="4282550" y="2425144"/>
            <a:chExt cx="1533050" cy="253690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14459EC-1A0D-4AC2-BC77-56D72F44D71A}"/>
                </a:ext>
              </a:extLst>
            </p:cNvPr>
            <p:cNvSpPr/>
            <p:nvPr/>
          </p:nvSpPr>
          <p:spPr>
            <a:xfrm>
              <a:off x="5743600" y="489004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28B54D7-23B1-440C-98E3-DDE134E1B92B}"/>
                </a:ext>
              </a:extLst>
            </p:cNvPr>
            <p:cNvSpPr/>
            <p:nvPr/>
          </p:nvSpPr>
          <p:spPr>
            <a:xfrm>
              <a:off x="5190323" y="4088291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3F65E9C-F764-402A-A8F7-78E1550722CF}"/>
                </a:ext>
              </a:extLst>
            </p:cNvPr>
            <p:cNvSpPr/>
            <p:nvPr/>
          </p:nvSpPr>
          <p:spPr>
            <a:xfrm>
              <a:off x="4557533" y="324677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57E8C06-D4E6-4871-9439-1F127CE230D5}"/>
                </a:ext>
              </a:extLst>
            </p:cNvPr>
            <p:cNvSpPr/>
            <p:nvPr/>
          </p:nvSpPr>
          <p:spPr>
            <a:xfrm>
              <a:off x="4282550" y="242514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B2B6FA5C-6614-4DE9-8E51-AF8795DC9352}"/>
              </a:ext>
            </a:extLst>
          </p:cNvPr>
          <p:cNvSpPr txBox="1"/>
          <p:nvPr/>
        </p:nvSpPr>
        <p:spPr>
          <a:xfrm>
            <a:off x="10118035" y="471728"/>
            <a:ext cx="194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small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6137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86C59B6-F63D-4E1F-ADC5-7668A7FBD13F}"/>
              </a:ext>
            </a:extLst>
          </p:cNvPr>
          <p:cNvGrpSpPr/>
          <p:nvPr/>
        </p:nvGrpSpPr>
        <p:grpSpPr>
          <a:xfrm>
            <a:off x="1426464" y="534166"/>
            <a:ext cx="9749380" cy="6001407"/>
            <a:chOff x="1426464" y="534166"/>
            <a:chExt cx="9749380" cy="600140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A1EE502-338A-4728-AF73-704E72284C74}"/>
                </a:ext>
              </a:extLst>
            </p:cNvPr>
            <p:cNvGrpSpPr/>
            <p:nvPr/>
          </p:nvGrpSpPr>
          <p:grpSpPr>
            <a:xfrm>
              <a:off x="1426464" y="534166"/>
              <a:ext cx="9749380" cy="6001407"/>
              <a:chOff x="1426464" y="534166"/>
              <a:chExt cx="9749380" cy="6001407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62AD57FE-8A04-4EB0-8E3F-0E956F88D2E8}"/>
                  </a:ext>
                </a:extLst>
              </p:cNvPr>
              <p:cNvGrpSpPr/>
              <p:nvPr/>
            </p:nvGrpSpPr>
            <p:grpSpPr>
              <a:xfrm>
                <a:off x="1426464" y="534166"/>
                <a:ext cx="9749380" cy="6001407"/>
                <a:chOff x="1426464" y="534166"/>
                <a:chExt cx="9749380" cy="6001407"/>
              </a:xfrm>
            </p:grpSpPr>
            <p:pic>
              <p:nvPicPr>
                <p:cNvPr id="5" name="图片 4" descr="背景图案&#10;&#10;描述已自动生成">
                  <a:extLst>
                    <a:ext uri="{FF2B5EF4-FFF2-40B4-BE49-F238E27FC236}">
                      <a16:creationId xmlns:a16="http://schemas.microsoft.com/office/drawing/2014/main" id="{AD6C7756-FC02-41B8-AA10-E8F8AAB338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96000" y="729000"/>
                  <a:ext cx="9000000" cy="5400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</p:pic>
            <p:grpSp>
              <p:nvGrpSpPr>
                <p:cNvPr id="36" name="组合 35">
                  <a:extLst>
                    <a:ext uri="{FF2B5EF4-FFF2-40B4-BE49-F238E27FC236}">
                      <a16:creationId xmlns:a16="http://schemas.microsoft.com/office/drawing/2014/main" id="{FAE2F629-2AE4-4FDD-928D-3AF564902E47}"/>
                    </a:ext>
                  </a:extLst>
                </p:cNvPr>
                <p:cNvGrpSpPr/>
                <p:nvPr/>
              </p:nvGrpSpPr>
              <p:grpSpPr>
                <a:xfrm>
                  <a:off x="5426052" y="1295263"/>
                  <a:ext cx="1823794" cy="4193239"/>
                  <a:chOff x="4461309" y="1528790"/>
                  <a:chExt cx="1823794" cy="4193239"/>
                </a:xfrm>
                <a:solidFill>
                  <a:schemeClr val="tx1"/>
                </a:solidFill>
              </p:grpSpPr>
              <p:sp>
                <p:nvSpPr>
                  <p:cNvPr id="23" name="椭圆 22">
                    <a:extLst>
                      <a:ext uri="{FF2B5EF4-FFF2-40B4-BE49-F238E27FC236}">
                        <a16:creationId xmlns:a16="http://schemas.microsoft.com/office/drawing/2014/main" id="{A4B73298-972E-47EA-B14F-810CF67145BF}"/>
                      </a:ext>
                    </a:extLst>
                  </p:cNvPr>
                  <p:cNvSpPr/>
                  <p:nvPr/>
                </p:nvSpPr>
                <p:spPr>
                  <a:xfrm>
                    <a:off x="4549539" y="5650029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椭圆 25">
                    <a:extLst>
                      <a:ext uri="{FF2B5EF4-FFF2-40B4-BE49-F238E27FC236}">
                        <a16:creationId xmlns:a16="http://schemas.microsoft.com/office/drawing/2014/main" id="{17DC9921-2323-4006-A2E6-CD564EE0717E}"/>
                      </a:ext>
                    </a:extLst>
                  </p:cNvPr>
                  <p:cNvSpPr/>
                  <p:nvPr/>
                </p:nvSpPr>
                <p:spPr>
                  <a:xfrm>
                    <a:off x="6213103" y="4791780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" name="椭圆 27">
                    <a:extLst>
                      <a:ext uri="{FF2B5EF4-FFF2-40B4-BE49-F238E27FC236}">
                        <a16:creationId xmlns:a16="http://schemas.microsoft.com/office/drawing/2014/main" id="{4C60FD8B-C731-426D-94F8-B54673B73BAB}"/>
                      </a:ext>
                    </a:extLst>
                  </p:cNvPr>
                  <p:cNvSpPr/>
                  <p:nvPr/>
                </p:nvSpPr>
                <p:spPr>
                  <a:xfrm>
                    <a:off x="5597088" y="3992882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" name="椭圆 29">
                    <a:extLst>
                      <a:ext uri="{FF2B5EF4-FFF2-40B4-BE49-F238E27FC236}">
                        <a16:creationId xmlns:a16="http://schemas.microsoft.com/office/drawing/2014/main" id="{14CF856F-3C54-4C4B-B2BA-AE9B8B886F89}"/>
                      </a:ext>
                    </a:extLst>
                  </p:cNvPr>
                  <p:cNvSpPr/>
                  <p:nvPr/>
                </p:nvSpPr>
                <p:spPr>
                  <a:xfrm>
                    <a:off x="4875189" y="3184355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2" name="椭圆 31">
                    <a:extLst>
                      <a:ext uri="{FF2B5EF4-FFF2-40B4-BE49-F238E27FC236}">
                        <a16:creationId xmlns:a16="http://schemas.microsoft.com/office/drawing/2014/main" id="{3D729601-84BA-43BF-A8B6-47F4EF1F1B32}"/>
                      </a:ext>
                    </a:extLst>
                  </p:cNvPr>
                  <p:cNvSpPr/>
                  <p:nvPr/>
                </p:nvSpPr>
                <p:spPr>
                  <a:xfrm>
                    <a:off x="4499806" y="2366202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" name="椭圆 33">
                    <a:extLst>
                      <a:ext uri="{FF2B5EF4-FFF2-40B4-BE49-F238E27FC236}">
                        <a16:creationId xmlns:a16="http://schemas.microsoft.com/office/drawing/2014/main" id="{763EC77B-3A41-4CAB-A975-85E25678C5B2}"/>
                      </a:ext>
                    </a:extLst>
                  </p:cNvPr>
                  <p:cNvSpPr/>
                  <p:nvPr/>
                </p:nvSpPr>
                <p:spPr>
                  <a:xfrm>
                    <a:off x="4461309" y="1528790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5B557F9F-24FF-40E6-A19F-92D74A5822D8}"/>
                    </a:ext>
                  </a:extLst>
                </p:cNvPr>
                <p:cNvGrpSpPr/>
                <p:nvPr/>
              </p:nvGrpSpPr>
              <p:grpSpPr>
                <a:xfrm>
                  <a:off x="5354359" y="2124241"/>
                  <a:ext cx="1533050" cy="2536900"/>
                  <a:chOff x="4282550" y="2425144"/>
                  <a:chExt cx="1533050" cy="2536900"/>
                </a:xfrm>
                <a:solidFill>
                  <a:srgbClr val="FFC000"/>
                </a:solidFill>
              </p:grpSpPr>
              <p:sp>
                <p:nvSpPr>
                  <p:cNvPr id="48" name="椭圆 47">
                    <a:extLst>
                      <a:ext uri="{FF2B5EF4-FFF2-40B4-BE49-F238E27FC236}">
                        <a16:creationId xmlns:a16="http://schemas.microsoft.com/office/drawing/2014/main" id="{9D68A0F3-DB7A-438E-BD15-83BC39765FEE}"/>
                      </a:ext>
                    </a:extLst>
                  </p:cNvPr>
                  <p:cNvSpPr/>
                  <p:nvPr/>
                </p:nvSpPr>
                <p:spPr>
                  <a:xfrm>
                    <a:off x="5743600" y="4890044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" name="椭圆 48">
                    <a:extLst>
                      <a:ext uri="{FF2B5EF4-FFF2-40B4-BE49-F238E27FC236}">
                        <a16:creationId xmlns:a16="http://schemas.microsoft.com/office/drawing/2014/main" id="{4640C571-07D1-4875-A6B5-34FFF789F615}"/>
                      </a:ext>
                    </a:extLst>
                  </p:cNvPr>
                  <p:cNvSpPr/>
                  <p:nvPr/>
                </p:nvSpPr>
                <p:spPr>
                  <a:xfrm>
                    <a:off x="5190323" y="4088291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" name="椭圆 49">
                    <a:extLst>
                      <a:ext uri="{FF2B5EF4-FFF2-40B4-BE49-F238E27FC236}">
                        <a16:creationId xmlns:a16="http://schemas.microsoft.com/office/drawing/2014/main" id="{3CF9EECF-8BBD-43F2-B690-D4F2F1D0114D}"/>
                      </a:ext>
                    </a:extLst>
                  </p:cNvPr>
                  <p:cNvSpPr/>
                  <p:nvPr/>
                </p:nvSpPr>
                <p:spPr>
                  <a:xfrm>
                    <a:off x="4557533" y="3246774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" name="椭圆 50">
                    <a:extLst>
                      <a:ext uri="{FF2B5EF4-FFF2-40B4-BE49-F238E27FC236}">
                        <a16:creationId xmlns:a16="http://schemas.microsoft.com/office/drawing/2014/main" id="{F03C8976-9987-4AB0-9850-89886EAEC6BA}"/>
                      </a:ext>
                    </a:extLst>
                  </p:cNvPr>
                  <p:cNvSpPr/>
                  <p:nvPr/>
                </p:nvSpPr>
                <p:spPr>
                  <a:xfrm>
                    <a:off x="4282550" y="2425144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63" name="组合 62">
                  <a:extLst>
                    <a:ext uri="{FF2B5EF4-FFF2-40B4-BE49-F238E27FC236}">
                      <a16:creationId xmlns:a16="http://schemas.microsoft.com/office/drawing/2014/main" id="{70DB142E-BADB-4AF3-B8F8-32FD2040E42C}"/>
                    </a:ext>
                  </a:extLst>
                </p:cNvPr>
                <p:cNvGrpSpPr/>
                <p:nvPr/>
              </p:nvGrpSpPr>
              <p:grpSpPr>
                <a:xfrm>
                  <a:off x="5876007" y="2122180"/>
                  <a:ext cx="1466795" cy="2500465"/>
                  <a:chOff x="4528927" y="2851179"/>
                  <a:chExt cx="1466795" cy="2500465"/>
                </a:xfrm>
                <a:solidFill>
                  <a:srgbClr val="00B050"/>
                </a:solidFill>
              </p:grpSpPr>
              <p:sp>
                <p:nvSpPr>
                  <p:cNvPr id="64" name="椭圆 63">
                    <a:extLst>
                      <a:ext uri="{FF2B5EF4-FFF2-40B4-BE49-F238E27FC236}">
                        <a16:creationId xmlns:a16="http://schemas.microsoft.com/office/drawing/2014/main" id="{C00DB0E5-B6AD-4415-9E92-50EDA7FE0BB3}"/>
                      </a:ext>
                    </a:extLst>
                  </p:cNvPr>
                  <p:cNvSpPr/>
                  <p:nvPr/>
                </p:nvSpPr>
                <p:spPr>
                  <a:xfrm>
                    <a:off x="5923722" y="5279644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" name="椭圆 64">
                    <a:extLst>
                      <a:ext uri="{FF2B5EF4-FFF2-40B4-BE49-F238E27FC236}">
                        <a16:creationId xmlns:a16="http://schemas.microsoft.com/office/drawing/2014/main" id="{55DC3F51-A4C2-4AC4-A962-D5F2A351D107}"/>
                      </a:ext>
                    </a:extLst>
                  </p:cNvPr>
                  <p:cNvSpPr/>
                  <p:nvPr/>
                </p:nvSpPr>
                <p:spPr>
                  <a:xfrm>
                    <a:off x="5400260" y="4477887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" name="椭圆 65">
                    <a:extLst>
                      <a:ext uri="{FF2B5EF4-FFF2-40B4-BE49-F238E27FC236}">
                        <a16:creationId xmlns:a16="http://schemas.microsoft.com/office/drawing/2014/main" id="{D2893262-D81E-4C02-9D93-E85F7D61C63B}"/>
                      </a:ext>
                    </a:extLst>
                  </p:cNvPr>
                  <p:cNvSpPr/>
                  <p:nvPr/>
                </p:nvSpPr>
                <p:spPr>
                  <a:xfrm>
                    <a:off x="4787344" y="3666192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" name="椭圆 66">
                    <a:extLst>
                      <a:ext uri="{FF2B5EF4-FFF2-40B4-BE49-F238E27FC236}">
                        <a16:creationId xmlns:a16="http://schemas.microsoft.com/office/drawing/2014/main" id="{393389CF-5B57-48AD-9B0C-A4B97B1D44CC}"/>
                      </a:ext>
                    </a:extLst>
                  </p:cNvPr>
                  <p:cNvSpPr/>
                  <p:nvPr/>
                </p:nvSpPr>
                <p:spPr>
                  <a:xfrm>
                    <a:off x="4528927" y="2851179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69" name="直接连接符 68">
                  <a:extLst>
                    <a:ext uri="{FF2B5EF4-FFF2-40B4-BE49-F238E27FC236}">
                      <a16:creationId xmlns:a16="http://schemas.microsoft.com/office/drawing/2014/main" id="{6E712AD6-3CDC-4B0A-989B-69940C22F6A6}"/>
                    </a:ext>
                  </a:extLst>
                </p:cNvPr>
                <p:cNvCxnSpPr>
                  <a:cxnSpLocks/>
                  <a:stCxn id="23" idx="7"/>
                  <a:endCxn id="26" idx="3"/>
                </p:cNvCxnSpPr>
                <p:nvPr/>
              </p:nvCxnSpPr>
              <p:spPr>
                <a:xfrm flipV="1">
                  <a:off x="5575738" y="4619709"/>
                  <a:ext cx="1612652" cy="8073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39CA0EBF-9538-467A-B3AC-96E250B6E0D0}"/>
                    </a:ext>
                  </a:extLst>
                </p:cNvPr>
                <p:cNvCxnSpPr>
                  <a:cxnSpLocks/>
                  <a:stCxn id="23" idx="7"/>
                  <a:endCxn id="64" idx="3"/>
                </p:cNvCxnSpPr>
                <p:nvPr/>
              </p:nvCxnSpPr>
              <p:spPr>
                <a:xfrm flipV="1">
                  <a:off x="5575738" y="4612101"/>
                  <a:ext cx="1705608" cy="814945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>
                  <a:extLst>
                    <a:ext uri="{FF2B5EF4-FFF2-40B4-BE49-F238E27FC236}">
                      <a16:creationId xmlns:a16="http://schemas.microsoft.com/office/drawing/2014/main" id="{D9132C83-4A53-47E9-8141-16A9C46C9A00}"/>
                    </a:ext>
                  </a:extLst>
                </p:cNvPr>
                <p:cNvCxnSpPr>
                  <a:cxnSpLocks/>
                  <a:stCxn id="48" idx="1"/>
                  <a:endCxn id="49" idx="5"/>
                </p:cNvCxnSpPr>
                <p:nvPr/>
              </p:nvCxnSpPr>
              <p:spPr>
                <a:xfrm flipH="1" flipV="1">
                  <a:off x="6323588" y="3848844"/>
                  <a:ext cx="502365" cy="750841"/>
                </a:xfrm>
                <a:prstGeom prst="line">
                  <a:avLst/>
                </a:prstGeom>
                <a:ln w="19050">
                  <a:solidFill>
                    <a:srgbClr val="FFC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连接符 96">
                  <a:extLst>
                    <a:ext uri="{FF2B5EF4-FFF2-40B4-BE49-F238E27FC236}">
                      <a16:creationId xmlns:a16="http://schemas.microsoft.com/office/drawing/2014/main" id="{D9A56DAF-A684-4244-90C4-E7A8710A82A9}"/>
                    </a:ext>
                  </a:extLst>
                </p:cNvPr>
                <p:cNvCxnSpPr>
                  <a:cxnSpLocks/>
                  <a:stCxn id="26" idx="1"/>
                  <a:endCxn id="28" idx="5"/>
                </p:cNvCxnSpPr>
                <p:nvPr/>
              </p:nvCxnSpPr>
              <p:spPr>
                <a:xfrm flipH="1" flipV="1">
                  <a:off x="6623287" y="3820811"/>
                  <a:ext cx="565103" cy="74798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9241C35B-1ED7-4381-AF87-63442EB612D5}"/>
                    </a:ext>
                  </a:extLst>
                </p:cNvPr>
                <p:cNvCxnSpPr>
                  <a:cxnSpLocks/>
                  <a:stCxn id="64" idx="1"/>
                  <a:endCxn id="65" idx="5"/>
                </p:cNvCxnSpPr>
                <p:nvPr/>
              </p:nvCxnSpPr>
              <p:spPr>
                <a:xfrm flipH="1" flipV="1">
                  <a:off x="6808796" y="3810344"/>
                  <a:ext cx="472550" cy="750845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>
                  <a:extLst>
                    <a:ext uri="{FF2B5EF4-FFF2-40B4-BE49-F238E27FC236}">
                      <a16:creationId xmlns:a16="http://schemas.microsoft.com/office/drawing/2014/main" id="{BDAA2630-A52F-4046-A33A-6D862192F618}"/>
                    </a:ext>
                  </a:extLst>
                </p:cNvPr>
                <p:cNvCxnSpPr>
                  <a:cxnSpLocks/>
                  <a:stCxn id="49" idx="1"/>
                  <a:endCxn id="50" idx="5"/>
                </p:cNvCxnSpPr>
                <p:nvPr/>
              </p:nvCxnSpPr>
              <p:spPr>
                <a:xfrm flipH="1" flipV="1">
                  <a:off x="5690798" y="3007327"/>
                  <a:ext cx="581878" cy="790605"/>
                </a:xfrm>
                <a:prstGeom prst="line">
                  <a:avLst/>
                </a:prstGeom>
                <a:ln w="19050">
                  <a:solidFill>
                    <a:srgbClr val="FFC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>
                  <a:extLst>
                    <a:ext uri="{FF2B5EF4-FFF2-40B4-BE49-F238E27FC236}">
                      <a16:creationId xmlns:a16="http://schemas.microsoft.com/office/drawing/2014/main" id="{F808FCBC-D887-45F0-8FAB-8616AFBFBEA3}"/>
                    </a:ext>
                  </a:extLst>
                </p:cNvPr>
                <p:cNvCxnSpPr>
                  <a:cxnSpLocks/>
                  <a:stCxn id="28" idx="1"/>
                  <a:endCxn id="30" idx="5"/>
                </p:cNvCxnSpPr>
                <p:nvPr/>
              </p:nvCxnSpPr>
              <p:spPr>
                <a:xfrm flipH="1" flipV="1">
                  <a:off x="5901388" y="3012284"/>
                  <a:ext cx="670987" cy="75761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>
                  <a:extLst>
                    <a:ext uri="{FF2B5EF4-FFF2-40B4-BE49-F238E27FC236}">
                      <a16:creationId xmlns:a16="http://schemas.microsoft.com/office/drawing/2014/main" id="{08A9AF56-D132-4F41-88F1-56598E005371}"/>
                    </a:ext>
                  </a:extLst>
                </p:cNvPr>
                <p:cNvCxnSpPr>
                  <a:cxnSpLocks/>
                  <a:stCxn id="65" idx="1"/>
                  <a:endCxn id="66" idx="5"/>
                </p:cNvCxnSpPr>
                <p:nvPr/>
              </p:nvCxnSpPr>
              <p:spPr>
                <a:xfrm flipH="1" flipV="1">
                  <a:off x="6195880" y="2998649"/>
                  <a:ext cx="562004" cy="760783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>
                  <a:extLst>
                    <a:ext uri="{FF2B5EF4-FFF2-40B4-BE49-F238E27FC236}">
                      <a16:creationId xmlns:a16="http://schemas.microsoft.com/office/drawing/2014/main" id="{8E52EA73-DCF1-4FC8-9025-BA01976ED1B6}"/>
                    </a:ext>
                  </a:extLst>
                </p:cNvPr>
                <p:cNvCxnSpPr>
                  <a:cxnSpLocks/>
                  <a:stCxn id="50" idx="1"/>
                  <a:endCxn id="51" idx="4"/>
                </p:cNvCxnSpPr>
                <p:nvPr/>
              </p:nvCxnSpPr>
              <p:spPr>
                <a:xfrm flipH="1" flipV="1">
                  <a:off x="5390359" y="2196241"/>
                  <a:ext cx="249527" cy="760174"/>
                </a:xfrm>
                <a:prstGeom prst="line">
                  <a:avLst/>
                </a:prstGeom>
                <a:ln w="19050">
                  <a:solidFill>
                    <a:srgbClr val="FFC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>
                  <a:extLst>
                    <a:ext uri="{FF2B5EF4-FFF2-40B4-BE49-F238E27FC236}">
                      <a16:creationId xmlns:a16="http://schemas.microsoft.com/office/drawing/2014/main" id="{D6F64A17-527C-41F0-ABF9-D4D9128106A1}"/>
                    </a:ext>
                  </a:extLst>
                </p:cNvPr>
                <p:cNvCxnSpPr>
                  <a:cxnSpLocks/>
                  <a:stCxn id="30" idx="1"/>
                </p:cNvCxnSpPr>
                <p:nvPr/>
              </p:nvCxnSpPr>
              <p:spPr>
                <a:xfrm flipH="1" flipV="1">
                  <a:off x="5523844" y="2204676"/>
                  <a:ext cx="326632" cy="7566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0AF39E5C-BDFF-415D-AF60-0361A50DA0CC}"/>
                    </a:ext>
                  </a:extLst>
                </p:cNvPr>
                <p:cNvCxnSpPr>
                  <a:cxnSpLocks/>
                  <a:stCxn id="66" idx="1"/>
                  <a:endCxn id="67" idx="4"/>
                </p:cNvCxnSpPr>
                <p:nvPr/>
              </p:nvCxnSpPr>
              <p:spPr>
                <a:xfrm flipH="1" flipV="1">
                  <a:off x="5912007" y="2194180"/>
                  <a:ext cx="232961" cy="753557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5D9DEA3A-93D0-4773-92FE-EE3991CE3FC4}"/>
                    </a:ext>
                  </a:extLst>
                </p:cNvPr>
                <p:cNvCxnSpPr>
                  <a:cxnSpLocks/>
                  <a:stCxn id="51" idx="0"/>
                  <a:endCxn id="34" idx="4"/>
                </p:cNvCxnSpPr>
                <p:nvPr/>
              </p:nvCxnSpPr>
              <p:spPr>
                <a:xfrm flipV="1">
                  <a:off x="5390359" y="1367263"/>
                  <a:ext cx="71693" cy="756978"/>
                </a:xfrm>
                <a:prstGeom prst="line">
                  <a:avLst/>
                </a:prstGeom>
                <a:ln w="19050">
                  <a:solidFill>
                    <a:srgbClr val="FFC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>
                  <a:extLst>
                    <a:ext uri="{FF2B5EF4-FFF2-40B4-BE49-F238E27FC236}">
                      <a16:creationId xmlns:a16="http://schemas.microsoft.com/office/drawing/2014/main" id="{A632BE71-75DD-473C-8071-7EF8F1B6DA4E}"/>
                    </a:ext>
                  </a:extLst>
                </p:cNvPr>
                <p:cNvCxnSpPr>
                  <a:cxnSpLocks/>
                  <a:stCxn id="32" idx="0"/>
                  <a:endCxn id="34" idx="4"/>
                </p:cNvCxnSpPr>
                <p:nvPr/>
              </p:nvCxnSpPr>
              <p:spPr>
                <a:xfrm flipH="1" flipV="1">
                  <a:off x="5462052" y="1367263"/>
                  <a:ext cx="38497" cy="765412"/>
                </a:xfrm>
                <a:prstGeom prst="line">
                  <a:avLst/>
                </a:prstGeom>
                <a:ln w="1905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" name="组合 1">
                  <a:extLst>
                    <a:ext uri="{FF2B5EF4-FFF2-40B4-BE49-F238E27FC236}">
                      <a16:creationId xmlns:a16="http://schemas.microsoft.com/office/drawing/2014/main" id="{241011F3-3C96-40CD-BD2F-4BACAA311CF1}"/>
                    </a:ext>
                  </a:extLst>
                </p:cNvPr>
                <p:cNvGrpSpPr/>
                <p:nvPr/>
              </p:nvGrpSpPr>
              <p:grpSpPr>
                <a:xfrm>
                  <a:off x="1596000" y="5718960"/>
                  <a:ext cx="9579844" cy="816613"/>
                  <a:chOff x="1596000" y="5718960"/>
                  <a:chExt cx="9579844" cy="816613"/>
                </a:xfrm>
              </p:grpSpPr>
              <p:grpSp>
                <p:nvGrpSpPr>
                  <p:cNvPr id="156" name="组合 155">
                    <a:extLst>
                      <a:ext uri="{FF2B5EF4-FFF2-40B4-BE49-F238E27FC236}">
                        <a16:creationId xmlns:a16="http://schemas.microsoft.com/office/drawing/2014/main" id="{DE33E2A4-1DE5-4C9C-A8E4-3FFB8CD42FAB}"/>
                      </a:ext>
                    </a:extLst>
                  </p:cNvPr>
                  <p:cNvGrpSpPr/>
                  <p:nvPr/>
                </p:nvGrpSpPr>
                <p:grpSpPr>
                  <a:xfrm>
                    <a:off x="1804263" y="5718960"/>
                    <a:ext cx="9072000" cy="115992"/>
                    <a:chOff x="1804263" y="6039000"/>
                    <a:chExt cx="9072000" cy="115992"/>
                  </a:xfrm>
                </p:grpSpPr>
                <p:cxnSp>
                  <p:nvCxnSpPr>
                    <p:cNvPr id="135" name="直接连接符 134">
                      <a:extLst>
                        <a:ext uri="{FF2B5EF4-FFF2-40B4-BE49-F238E27FC236}">
                          <a16:creationId xmlns:a16="http://schemas.microsoft.com/office/drawing/2014/main" id="{9DE08226-0EF6-46EF-A089-0607FD8E52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22551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" name="直接连接符 135">
                      <a:extLst>
                        <a:ext uri="{FF2B5EF4-FFF2-40B4-BE49-F238E27FC236}">
                          <a16:creationId xmlns:a16="http://schemas.microsoft.com/office/drawing/2014/main" id="{6FACA0EF-E970-48D2-8B07-C79958AF5B8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644784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" name="直接连接符 136">
                      <a:extLst>
                        <a:ext uri="{FF2B5EF4-FFF2-40B4-BE49-F238E27FC236}">
                          <a16:creationId xmlns:a16="http://schemas.microsoft.com/office/drawing/2014/main" id="{B536D93C-2119-4F47-9413-9CF7E364471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467017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4" name="直接连接符 143">
                      <a:extLst>
                        <a:ext uri="{FF2B5EF4-FFF2-40B4-BE49-F238E27FC236}">
                          <a16:creationId xmlns:a16="http://schemas.microsoft.com/office/drawing/2014/main" id="{0CB27AE7-13A8-49B0-A748-3FF42384336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55949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5" name="直接连接符 144">
                      <a:extLst>
                        <a:ext uri="{FF2B5EF4-FFF2-40B4-BE49-F238E27FC236}">
                          <a16:creationId xmlns:a16="http://schemas.microsoft.com/office/drawing/2014/main" id="{AB29E1A1-D50D-40A2-9942-68FFD3EB4E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89250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直接连接符 145">
                      <a:extLst>
                        <a:ext uri="{FF2B5EF4-FFF2-40B4-BE49-F238E27FC236}">
                          <a16:creationId xmlns:a16="http://schemas.microsoft.com/office/drawing/2014/main" id="{1210FFEF-25C0-44D2-943E-8D734EA277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33716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" name="直接连接符 146">
                      <a:extLst>
                        <a:ext uri="{FF2B5EF4-FFF2-40B4-BE49-F238E27FC236}">
                          <a16:creationId xmlns:a16="http://schemas.microsoft.com/office/drawing/2014/main" id="{576FE118-C373-4BC2-B294-9D6BF77657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111483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直接连接符 147">
                      <a:extLst>
                        <a:ext uri="{FF2B5EF4-FFF2-40B4-BE49-F238E27FC236}">
                          <a16:creationId xmlns:a16="http://schemas.microsoft.com/office/drawing/2014/main" id="{B946BB03-B6D6-4749-9AAC-E3377A6C99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78182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" name="直接连接符 148">
                      <a:extLst>
                        <a:ext uri="{FF2B5EF4-FFF2-40B4-BE49-F238E27FC236}">
                          <a16:creationId xmlns:a16="http://schemas.microsoft.com/office/drawing/2014/main" id="{D5462C65-2A1C-4831-A4DA-13DC8D3F08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400415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" name="直接连接符 150">
                      <a:extLst>
                        <a:ext uri="{FF2B5EF4-FFF2-40B4-BE49-F238E27FC236}">
                          <a16:creationId xmlns:a16="http://schemas.microsoft.com/office/drawing/2014/main" id="{365F444B-ED7F-449D-A914-C398643E544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804263" y="6154992"/>
                      <a:ext cx="9072000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直接连接符 151">
                      <a:extLst>
                        <a:ext uri="{FF2B5EF4-FFF2-40B4-BE49-F238E27FC236}">
                          <a16:creationId xmlns:a16="http://schemas.microsoft.com/office/drawing/2014/main" id="{97585E0A-78C4-420B-A455-D0E1B84E7FC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21781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直接连接符 153">
                      <a:extLst>
                        <a:ext uri="{FF2B5EF4-FFF2-40B4-BE49-F238E27FC236}">
                          <a16:creationId xmlns:a16="http://schemas.microsoft.com/office/drawing/2014/main" id="{5239285D-09E1-4C20-B882-0CDED0689A7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044014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直接连接符 154">
                      <a:extLst>
                        <a:ext uri="{FF2B5EF4-FFF2-40B4-BE49-F238E27FC236}">
                          <a16:creationId xmlns:a16="http://schemas.microsoft.com/office/drawing/2014/main" id="{7B88B441-A0BE-4131-8FDD-0133DAA9EF5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866247" y="6039000"/>
                      <a:ext cx="0" cy="10800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8" name="矩形 157">
                    <a:extLst>
                      <a:ext uri="{FF2B5EF4-FFF2-40B4-BE49-F238E27FC236}">
                        <a16:creationId xmlns:a16="http://schemas.microsoft.com/office/drawing/2014/main" id="{1304EEBF-2EBF-4132-BB83-936C5F675226}"/>
                      </a:ext>
                    </a:extLst>
                  </p:cNvPr>
                  <p:cNvSpPr/>
                  <p:nvPr/>
                </p:nvSpPr>
                <p:spPr>
                  <a:xfrm>
                    <a:off x="1596000" y="5989320"/>
                    <a:ext cx="690000" cy="18409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7" name="文本框 156">
                    <a:extLst>
                      <a:ext uri="{FF2B5EF4-FFF2-40B4-BE49-F238E27FC236}">
                        <a16:creationId xmlns:a16="http://schemas.microsoft.com/office/drawing/2014/main" id="{C68EDB89-469D-49DC-806C-5BF87D5CDF1E}"/>
                      </a:ext>
                    </a:extLst>
                  </p:cNvPr>
                  <p:cNvSpPr txBox="1"/>
                  <p:nvPr/>
                </p:nvSpPr>
                <p:spPr>
                  <a:xfrm>
                    <a:off x="1619207" y="5781240"/>
                    <a:ext cx="40653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9" name="文本框 158">
                    <a:extLst>
                      <a:ext uri="{FF2B5EF4-FFF2-40B4-BE49-F238E27FC236}">
                        <a16:creationId xmlns:a16="http://schemas.microsoft.com/office/drawing/2014/main" id="{2CFE74B0-55A3-4EDD-8BC1-B2EF1DF685CA}"/>
                      </a:ext>
                    </a:extLst>
                  </p:cNvPr>
                  <p:cNvSpPr txBox="1"/>
                  <p:nvPr/>
                </p:nvSpPr>
                <p:spPr>
                  <a:xfrm>
                    <a:off x="10507579" y="5781240"/>
                    <a:ext cx="66826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550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0" name="文本框 159">
                    <a:extLst>
                      <a:ext uri="{FF2B5EF4-FFF2-40B4-BE49-F238E27FC236}">
                        <a16:creationId xmlns:a16="http://schemas.microsoft.com/office/drawing/2014/main" id="{1990F7A4-9837-46BB-BA64-A4BA11902B55}"/>
                      </a:ext>
                    </a:extLst>
                  </p:cNvPr>
                  <p:cNvSpPr txBox="1"/>
                  <p:nvPr/>
                </p:nvSpPr>
                <p:spPr>
                  <a:xfrm>
                    <a:off x="2339616" y="5781240"/>
                    <a:ext cx="53921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8509A5AF-1DCA-45F4-A83E-6B3ACDFFC0BE}"/>
                      </a:ext>
                    </a:extLst>
                  </p:cNvPr>
                  <p:cNvSpPr txBox="1"/>
                  <p:nvPr/>
                </p:nvSpPr>
                <p:spPr>
                  <a:xfrm>
                    <a:off x="3082980" y="5781240"/>
                    <a:ext cx="72675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2" name="文本框 161">
                    <a:extLst>
                      <a:ext uri="{FF2B5EF4-FFF2-40B4-BE49-F238E27FC236}">
                        <a16:creationId xmlns:a16="http://schemas.microsoft.com/office/drawing/2014/main" id="{A5C92A5A-4351-4FB3-AFEA-18DAF607C0C9}"/>
                      </a:ext>
                    </a:extLst>
                  </p:cNvPr>
                  <p:cNvSpPr txBox="1"/>
                  <p:nvPr/>
                </p:nvSpPr>
                <p:spPr>
                  <a:xfrm>
                    <a:off x="3931586" y="5781240"/>
                    <a:ext cx="68511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150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3" name="文本框 162">
                    <a:extLst>
                      <a:ext uri="{FF2B5EF4-FFF2-40B4-BE49-F238E27FC236}">
                        <a16:creationId xmlns:a16="http://schemas.microsoft.com/office/drawing/2014/main" id="{9121033F-DB2D-4190-B97E-6E4C6E78A4A2}"/>
                      </a:ext>
                    </a:extLst>
                  </p:cNvPr>
                  <p:cNvSpPr txBox="1"/>
                  <p:nvPr/>
                </p:nvSpPr>
                <p:spPr>
                  <a:xfrm>
                    <a:off x="4765985" y="5781240"/>
                    <a:ext cx="66826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200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4" name="文本框 163">
                    <a:extLst>
                      <a:ext uri="{FF2B5EF4-FFF2-40B4-BE49-F238E27FC236}">
                        <a16:creationId xmlns:a16="http://schemas.microsoft.com/office/drawing/2014/main" id="{75D4D37D-7A8A-48E6-9001-01DD03E950BE}"/>
                      </a:ext>
                    </a:extLst>
                  </p:cNvPr>
                  <p:cNvSpPr txBox="1"/>
                  <p:nvPr/>
                </p:nvSpPr>
                <p:spPr>
                  <a:xfrm>
                    <a:off x="5583531" y="5781240"/>
                    <a:ext cx="66826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250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文本框 164">
                    <a:extLst>
                      <a:ext uri="{FF2B5EF4-FFF2-40B4-BE49-F238E27FC236}">
                        <a16:creationId xmlns:a16="http://schemas.microsoft.com/office/drawing/2014/main" id="{F12C7DCC-A6EB-4F1C-80AD-ED550FCE8A9C}"/>
                      </a:ext>
                    </a:extLst>
                  </p:cNvPr>
                  <p:cNvSpPr txBox="1"/>
                  <p:nvPr/>
                </p:nvSpPr>
                <p:spPr>
                  <a:xfrm>
                    <a:off x="6382788" y="5781240"/>
                    <a:ext cx="67945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300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6" name="文本框 165">
                    <a:extLst>
                      <a:ext uri="{FF2B5EF4-FFF2-40B4-BE49-F238E27FC236}">
                        <a16:creationId xmlns:a16="http://schemas.microsoft.com/office/drawing/2014/main" id="{0AC9F56C-F288-4C63-B8FC-1AB395F7FEF7}"/>
                      </a:ext>
                    </a:extLst>
                  </p:cNvPr>
                  <p:cNvSpPr txBox="1"/>
                  <p:nvPr/>
                </p:nvSpPr>
                <p:spPr>
                  <a:xfrm>
                    <a:off x="7211519" y="5781240"/>
                    <a:ext cx="66826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350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7" name="文本框 166">
                    <a:extLst>
                      <a:ext uri="{FF2B5EF4-FFF2-40B4-BE49-F238E27FC236}">
                        <a16:creationId xmlns:a16="http://schemas.microsoft.com/office/drawing/2014/main" id="{414BC7E8-328A-48F9-BA21-BA0748EA3C2E}"/>
                      </a:ext>
                    </a:extLst>
                  </p:cNvPr>
                  <p:cNvSpPr txBox="1"/>
                  <p:nvPr/>
                </p:nvSpPr>
                <p:spPr>
                  <a:xfrm>
                    <a:off x="8038208" y="5781240"/>
                    <a:ext cx="68559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400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8" name="文本框 167">
                    <a:extLst>
                      <a:ext uri="{FF2B5EF4-FFF2-40B4-BE49-F238E27FC236}">
                        <a16:creationId xmlns:a16="http://schemas.microsoft.com/office/drawing/2014/main" id="{84AB9701-892C-42D7-AC27-63006C7246C8}"/>
                      </a:ext>
                    </a:extLst>
                  </p:cNvPr>
                  <p:cNvSpPr txBox="1"/>
                  <p:nvPr/>
                </p:nvSpPr>
                <p:spPr>
                  <a:xfrm>
                    <a:off x="8836510" y="5781240"/>
                    <a:ext cx="74995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450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9" name="文本框 168">
                    <a:extLst>
                      <a:ext uri="{FF2B5EF4-FFF2-40B4-BE49-F238E27FC236}">
                        <a16:creationId xmlns:a16="http://schemas.microsoft.com/office/drawing/2014/main" id="{37FA2AD7-A5A3-4D2D-ACD9-9D409137B317}"/>
                      </a:ext>
                    </a:extLst>
                  </p:cNvPr>
                  <p:cNvSpPr txBox="1"/>
                  <p:nvPr/>
                </p:nvSpPr>
                <p:spPr>
                  <a:xfrm>
                    <a:off x="9680886" y="5781240"/>
                    <a:ext cx="66826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500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1" name="文本框 170">
                    <a:extLst>
                      <a:ext uri="{FF2B5EF4-FFF2-40B4-BE49-F238E27FC236}">
                        <a16:creationId xmlns:a16="http://schemas.microsoft.com/office/drawing/2014/main" id="{CE4C659F-31F9-427C-AAF2-95F2D3E10D99}"/>
                      </a:ext>
                    </a:extLst>
                  </p:cNvPr>
                  <p:cNvSpPr txBox="1"/>
                  <p:nvPr/>
                </p:nvSpPr>
                <p:spPr>
                  <a:xfrm>
                    <a:off x="5481300" y="6073908"/>
                    <a:ext cx="162798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Runout (</a:t>
                    </a:r>
                    <a:r>
                      <a:rPr lang="en-US" altLang="zh-CN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72" name="矩形 171">
                  <a:extLst>
                    <a:ext uri="{FF2B5EF4-FFF2-40B4-BE49-F238E27FC236}">
                      <a16:creationId xmlns:a16="http://schemas.microsoft.com/office/drawing/2014/main" id="{E9EA811F-F754-4B22-8AC8-F8214E38FEE2}"/>
                    </a:ext>
                  </a:extLst>
                </p:cNvPr>
                <p:cNvSpPr/>
                <p:nvPr/>
              </p:nvSpPr>
              <p:spPr>
                <a:xfrm>
                  <a:off x="1426464" y="729000"/>
                  <a:ext cx="768094" cy="1840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77" name="组合 176">
                  <a:extLst>
                    <a:ext uri="{FF2B5EF4-FFF2-40B4-BE49-F238E27FC236}">
                      <a16:creationId xmlns:a16="http://schemas.microsoft.com/office/drawing/2014/main" id="{7F7B571C-8D0A-4C56-827E-FD1F7FC2052A}"/>
                    </a:ext>
                  </a:extLst>
                </p:cNvPr>
                <p:cNvGrpSpPr/>
                <p:nvPr/>
              </p:nvGrpSpPr>
              <p:grpSpPr>
                <a:xfrm>
                  <a:off x="2551176" y="728999"/>
                  <a:ext cx="685800" cy="72000"/>
                  <a:chOff x="2551176" y="728999"/>
                  <a:chExt cx="685800" cy="72000"/>
                </a:xfrm>
              </p:grpSpPr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120423BA-A875-474D-A4C3-4BC3F30BF7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1176" y="764999"/>
                    <a:ext cx="685800" cy="0"/>
                  </a:xfrm>
                  <a:prstGeom prst="line">
                    <a:avLst/>
                  </a:prstGeom>
                  <a:ln w="19050">
                    <a:solidFill>
                      <a:srgbClr val="FFC000"/>
                    </a:solidFill>
                    <a:prstDash val="dash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6" name="椭圆 175">
                    <a:extLst>
                      <a:ext uri="{FF2B5EF4-FFF2-40B4-BE49-F238E27FC236}">
                        <a16:creationId xmlns:a16="http://schemas.microsoft.com/office/drawing/2014/main" id="{274C5D17-35F9-413B-89D0-F8AD31350493}"/>
                      </a:ext>
                    </a:extLst>
                  </p:cNvPr>
                  <p:cNvSpPr/>
                  <p:nvPr/>
                </p:nvSpPr>
                <p:spPr>
                  <a:xfrm>
                    <a:off x="2858076" y="728999"/>
                    <a:ext cx="72000" cy="72000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79" name="组合 178">
                  <a:extLst>
                    <a:ext uri="{FF2B5EF4-FFF2-40B4-BE49-F238E27FC236}">
                      <a16:creationId xmlns:a16="http://schemas.microsoft.com/office/drawing/2014/main" id="{1F4FB191-A2BC-4FD9-B398-4F77B74112B6}"/>
                    </a:ext>
                  </a:extLst>
                </p:cNvPr>
                <p:cNvGrpSpPr/>
                <p:nvPr/>
              </p:nvGrpSpPr>
              <p:grpSpPr>
                <a:xfrm>
                  <a:off x="4156152" y="733895"/>
                  <a:ext cx="685800" cy="72000"/>
                  <a:chOff x="2551176" y="728999"/>
                  <a:chExt cx="685800" cy="72000"/>
                </a:xfrm>
                <a:solidFill>
                  <a:schemeClr val="tx1"/>
                </a:solidFill>
              </p:grpSpPr>
              <p:cxnSp>
                <p:nvCxnSpPr>
                  <p:cNvPr id="180" name="直接连接符 179">
                    <a:extLst>
                      <a:ext uri="{FF2B5EF4-FFF2-40B4-BE49-F238E27FC236}">
                        <a16:creationId xmlns:a16="http://schemas.microsoft.com/office/drawing/2014/main" id="{47F5AA8D-C505-4723-AB30-934E7850BA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1176" y="764999"/>
                    <a:ext cx="685800" cy="0"/>
                  </a:xfrm>
                  <a:prstGeom prst="line">
                    <a:avLst/>
                  </a:prstGeom>
                  <a:grpFill/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1" name="椭圆 180">
                    <a:extLst>
                      <a:ext uri="{FF2B5EF4-FFF2-40B4-BE49-F238E27FC236}">
                        <a16:creationId xmlns:a16="http://schemas.microsoft.com/office/drawing/2014/main" id="{8A4C3D0A-3F00-437E-96C1-75D79BF457CB}"/>
                      </a:ext>
                    </a:extLst>
                  </p:cNvPr>
                  <p:cNvSpPr/>
                  <p:nvPr/>
                </p:nvSpPr>
                <p:spPr>
                  <a:xfrm>
                    <a:off x="2858076" y="728999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82" name="组合 181">
                  <a:extLst>
                    <a:ext uri="{FF2B5EF4-FFF2-40B4-BE49-F238E27FC236}">
                      <a16:creationId xmlns:a16="http://schemas.microsoft.com/office/drawing/2014/main" id="{54BBE050-95E1-4E10-A2F6-662168A16330}"/>
                    </a:ext>
                  </a:extLst>
                </p:cNvPr>
                <p:cNvGrpSpPr/>
                <p:nvPr/>
              </p:nvGrpSpPr>
              <p:grpSpPr>
                <a:xfrm>
                  <a:off x="6085642" y="728999"/>
                  <a:ext cx="685800" cy="72000"/>
                  <a:chOff x="2551176" y="728999"/>
                  <a:chExt cx="685800" cy="72000"/>
                </a:xfrm>
                <a:solidFill>
                  <a:srgbClr val="00B050"/>
                </a:solidFill>
              </p:grpSpPr>
              <p:cxnSp>
                <p:nvCxnSpPr>
                  <p:cNvPr id="183" name="直接连接符 182">
                    <a:extLst>
                      <a:ext uri="{FF2B5EF4-FFF2-40B4-BE49-F238E27FC236}">
                        <a16:creationId xmlns:a16="http://schemas.microsoft.com/office/drawing/2014/main" id="{23ADB2CE-DD29-4627-A337-A4AC23C510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51176" y="764999"/>
                    <a:ext cx="685800" cy="0"/>
                  </a:xfrm>
                  <a:prstGeom prst="line">
                    <a:avLst/>
                  </a:prstGeom>
                  <a:grpFill/>
                  <a:ln w="19050">
                    <a:solidFill>
                      <a:srgbClr val="00B050"/>
                    </a:solidFill>
                    <a:prstDash val="dashDot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4" name="椭圆 183">
                    <a:extLst>
                      <a:ext uri="{FF2B5EF4-FFF2-40B4-BE49-F238E27FC236}">
                        <a16:creationId xmlns:a16="http://schemas.microsoft.com/office/drawing/2014/main" id="{0A2C67BB-66AF-444E-8CD9-854411323E86}"/>
                      </a:ext>
                    </a:extLst>
                  </p:cNvPr>
                  <p:cNvSpPr/>
                  <p:nvPr/>
                </p:nvSpPr>
                <p:spPr>
                  <a:xfrm>
                    <a:off x="2858076" y="728999"/>
                    <a:ext cx="72000" cy="72000"/>
                  </a:xfrm>
                  <a:prstGeom prst="ellipse">
                    <a:avLst/>
                  </a:prstGeom>
                  <a:grpFill/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4EB4190A-431D-4D63-94D9-167C96A26B5D}"/>
                    </a:ext>
                  </a:extLst>
                </p:cNvPr>
                <p:cNvSpPr txBox="1"/>
                <p:nvPr/>
              </p:nvSpPr>
              <p:spPr>
                <a:xfrm>
                  <a:off x="4518119" y="539408"/>
                  <a:ext cx="16279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Whole</a:t>
                  </a:r>
                  <a:endPara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77AAB405-0034-42C7-9AA7-05C2542E535D}"/>
                    </a:ext>
                  </a:extLst>
                </p:cNvPr>
                <p:cNvSpPr txBox="1"/>
                <p:nvPr/>
              </p:nvSpPr>
              <p:spPr>
                <a:xfrm>
                  <a:off x="6409225" y="534166"/>
                  <a:ext cx="16279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Large </a:t>
                  </a:r>
                  <a:endPara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E0FB96EE-170C-4525-9FC2-E24C62907773}"/>
                    </a:ext>
                  </a:extLst>
                </p:cNvPr>
                <p:cNvSpPr txBox="1"/>
                <p:nvPr/>
              </p:nvSpPr>
              <p:spPr>
                <a:xfrm>
                  <a:off x="2814379" y="534166"/>
                  <a:ext cx="16279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Small</a:t>
                  </a:r>
                  <a:endPara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EA2D6E-677C-40DA-B9AC-7A3C79D31BA9}"/>
                  </a:ext>
                </a:extLst>
              </p:cNvPr>
              <p:cNvSpPr txBox="1"/>
              <p:nvPr/>
            </p:nvSpPr>
            <p:spPr>
              <a:xfrm>
                <a:off x="9938060" y="1048387"/>
                <a:ext cx="657940" cy="371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0%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A7669B88-7AA4-4962-9382-EFC8311445DE}"/>
                  </a:ext>
                </a:extLst>
              </p:cNvPr>
              <p:cNvSpPr txBox="1"/>
              <p:nvPr/>
            </p:nvSpPr>
            <p:spPr>
              <a:xfrm>
                <a:off x="9938060" y="1876237"/>
                <a:ext cx="657940" cy="371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20%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12FAFD29-9997-406D-ABE9-3EB5E16D8587}"/>
                  </a:ext>
                </a:extLst>
              </p:cNvPr>
              <p:cNvSpPr txBox="1"/>
              <p:nvPr/>
            </p:nvSpPr>
            <p:spPr>
              <a:xfrm>
                <a:off x="9938060" y="2699315"/>
                <a:ext cx="657940" cy="371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40%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B4C28AB1-8A4F-43F2-A3EC-22552F63352F}"/>
                  </a:ext>
                </a:extLst>
              </p:cNvPr>
              <p:cNvSpPr txBox="1"/>
              <p:nvPr/>
            </p:nvSpPr>
            <p:spPr>
              <a:xfrm>
                <a:off x="9938060" y="3522393"/>
                <a:ext cx="657940" cy="371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60%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F3368AD4-6A1F-4FBE-B5E2-B867EAD3316F}"/>
                  </a:ext>
                </a:extLst>
              </p:cNvPr>
              <p:cNvSpPr txBox="1"/>
              <p:nvPr/>
            </p:nvSpPr>
            <p:spPr>
              <a:xfrm>
                <a:off x="9938060" y="4345680"/>
                <a:ext cx="657940" cy="371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80%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A9D45347-545F-433C-A324-A758CB93E44A}"/>
                  </a:ext>
                </a:extLst>
              </p:cNvPr>
              <p:cNvSpPr txBox="1"/>
              <p:nvPr/>
            </p:nvSpPr>
            <p:spPr>
              <a:xfrm>
                <a:off x="9938060" y="5169475"/>
                <a:ext cx="9156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100%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C4A9A954-62FE-444F-822B-B491DC030AD2}"/>
                </a:ext>
              </a:extLst>
            </p:cNvPr>
            <p:cNvSpPr txBox="1"/>
            <p:nvPr/>
          </p:nvSpPr>
          <p:spPr>
            <a:xfrm>
              <a:off x="9837606" y="542312"/>
              <a:ext cx="6579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84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797D917-44FF-49E9-92DF-940E1CE2E232}"/>
              </a:ext>
            </a:extLst>
          </p:cNvPr>
          <p:cNvGrpSpPr/>
          <p:nvPr/>
        </p:nvGrpSpPr>
        <p:grpSpPr>
          <a:xfrm>
            <a:off x="2041256" y="1836511"/>
            <a:ext cx="7128322" cy="2520678"/>
            <a:chOff x="2041256" y="1836511"/>
            <a:chExt cx="7128322" cy="2520678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90124CD-1082-41D2-A65E-E800453FC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1256" y="1836511"/>
              <a:ext cx="3240000" cy="2520677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239A794-CAA4-472F-B62D-6E1BA37EFAA0}"/>
                </a:ext>
              </a:extLst>
            </p:cNvPr>
            <p:cNvSpPr/>
            <p:nvPr/>
          </p:nvSpPr>
          <p:spPr>
            <a:xfrm>
              <a:off x="4074146" y="2088859"/>
              <a:ext cx="662731" cy="310392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A2653DC-C09F-464B-8EBD-5432C7EDA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63424" y="1837189"/>
              <a:ext cx="4006154" cy="2520000"/>
            </a:xfrm>
            <a:prstGeom prst="rect">
              <a:avLst/>
            </a:prstGeom>
          </p:spPr>
        </p:pic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83842CC4-51D1-45CD-85D1-96A592173716}"/>
                </a:ext>
              </a:extLst>
            </p:cNvPr>
            <p:cNvCxnSpPr>
              <a:stCxn id="11" idx="2"/>
            </p:cNvCxnSpPr>
            <p:nvPr/>
          </p:nvCxnSpPr>
          <p:spPr>
            <a:xfrm rot="16200000" flipH="1">
              <a:off x="4491498" y="2313264"/>
              <a:ext cx="553674" cy="725647"/>
            </a:xfrm>
            <a:prstGeom prst="bentConnector2">
              <a:avLst/>
            </a:prstGeom>
            <a:noFill/>
            <a:ln>
              <a:solidFill>
                <a:srgbClr val="C0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09EC024B-EE98-4E1D-B65F-A0272966175F}"/>
                </a:ext>
              </a:extLst>
            </p:cNvPr>
            <p:cNvSpPr txBox="1"/>
            <p:nvPr/>
          </p:nvSpPr>
          <p:spPr>
            <a:xfrm>
              <a:off x="2563528" y="2029579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FDED6D1C-0ECF-48BA-A41C-4EA2AB0376E6}"/>
                </a:ext>
              </a:extLst>
            </p:cNvPr>
            <p:cNvSpPr txBox="1"/>
            <p:nvPr/>
          </p:nvSpPr>
          <p:spPr>
            <a:xfrm>
              <a:off x="4918800" y="2029579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7401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7A4C1EA-07A9-4CD6-901F-6A431B148D0D}"/>
              </a:ext>
            </a:extLst>
          </p:cNvPr>
          <p:cNvGrpSpPr/>
          <p:nvPr/>
        </p:nvGrpSpPr>
        <p:grpSpPr>
          <a:xfrm>
            <a:off x="631257" y="962527"/>
            <a:ext cx="9000000" cy="5400000"/>
            <a:chOff x="631257" y="962527"/>
            <a:chExt cx="9000000" cy="540000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DFCF4CB-8E06-4BD7-95CA-3B8CFD5D8AF9}"/>
                </a:ext>
              </a:extLst>
            </p:cNvPr>
            <p:cNvSpPr/>
            <p:nvPr/>
          </p:nvSpPr>
          <p:spPr>
            <a:xfrm>
              <a:off x="631257" y="962527"/>
              <a:ext cx="9000000" cy="5400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FAE2F629-2AE4-4FDD-928D-3AF564902E47}"/>
                </a:ext>
              </a:extLst>
            </p:cNvPr>
            <p:cNvGrpSpPr/>
            <p:nvPr/>
          </p:nvGrpSpPr>
          <p:grpSpPr>
            <a:xfrm>
              <a:off x="4461309" y="1528790"/>
              <a:ext cx="1823794" cy="4193239"/>
              <a:chOff x="4461309" y="1528790"/>
              <a:chExt cx="1823794" cy="4193239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4B73298-972E-47EA-B14F-810CF67145BF}"/>
                  </a:ext>
                </a:extLst>
              </p:cNvPr>
              <p:cNvSpPr/>
              <p:nvPr/>
            </p:nvSpPr>
            <p:spPr>
              <a:xfrm>
                <a:off x="4549539" y="5650029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7DC9921-2323-4006-A2E6-CD564EE0717E}"/>
                  </a:ext>
                </a:extLst>
              </p:cNvPr>
              <p:cNvSpPr/>
              <p:nvPr/>
            </p:nvSpPr>
            <p:spPr>
              <a:xfrm>
                <a:off x="6213103" y="4791780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4C60FD8B-C731-426D-94F8-B54673B73BAB}"/>
                  </a:ext>
                </a:extLst>
              </p:cNvPr>
              <p:cNvSpPr/>
              <p:nvPr/>
            </p:nvSpPr>
            <p:spPr>
              <a:xfrm>
                <a:off x="5597088" y="3992882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14CF856F-3C54-4C4B-B2BA-AE9B8B886F89}"/>
                  </a:ext>
                </a:extLst>
              </p:cNvPr>
              <p:cNvSpPr/>
              <p:nvPr/>
            </p:nvSpPr>
            <p:spPr>
              <a:xfrm>
                <a:off x="4875189" y="3184355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3D729601-84BA-43BF-A8B6-47F4EF1F1B32}"/>
                  </a:ext>
                </a:extLst>
              </p:cNvPr>
              <p:cNvSpPr/>
              <p:nvPr/>
            </p:nvSpPr>
            <p:spPr>
              <a:xfrm>
                <a:off x="4499806" y="2366202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763EC77B-3A41-4CAB-A975-85E25678C5B2}"/>
                  </a:ext>
                </a:extLst>
              </p:cNvPr>
              <p:cNvSpPr/>
              <p:nvPr/>
            </p:nvSpPr>
            <p:spPr>
              <a:xfrm>
                <a:off x="4461309" y="1528790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9291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0AB4E228-6BF0-483C-8873-74A956AAF32E}"/>
              </a:ext>
            </a:extLst>
          </p:cNvPr>
          <p:cNvGrpSpPr/>
          <p:nvPr/>
        </p:nvGrpSpPr>
        <p:grpSpPr>
          <a:xfrm>
            <a:off x="1596000" y="729000"/>
            <a:ext cx="9579844" cy="5806573"/>
            <a:chOff x="1596000" y="729000"/>
            <a:chExt cx="9579844" cy="5806573"/>
          </a:xfrm>
        </p:grpSpPr>
        <p:pic>
          <p:nvPicPr>
            <p:cNvPr id="3" name="图片 2" descr="背景图案&#10;&#10;描述已自动生成">
              <a:extLst>
                <a:ext uri="{FF2B5EF4-FFF2-40B4-BE49-F238E27FC236}">
                  <a16:creationId xmlns:a16="http://schemas.microsoft.com/office/drawing/2014/main" id="{4B2D74EA-E00D-421D-944A-A1441E078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6000" y="729000"/>
              <a:ext cx="9000000" cy="5400000"/>
            </a:xfrm>
            <a:prstGeom prst="rect">
              <a:avLst/>
            </a:prstGeom>
          </p:spPr>
        </p:pic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23ADADA-9D4F-4918-ADBA-6692FD145A30}"/>
                </a:ext>
              </a:extLst>
            </p:cNvPr>
            <p:cNvSpPr/>
            <p:nvPr/>
          </p:nvSpPr>
          <p:spPr>
            <a:xfrm>
              <a:off x="5456532" y="5416502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0210FE3-CA62-41C8-8453-849B9084E454}"/>
                </a:ext>
              </a:extLst>
            </p:cNvPr>
            <p:cNvSpPr/>
            <p:nvPr/>
          </p:nvSpPr>
          <p:spPr>
            <a:xfrm>
              <a:off x="5928168" y="472348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1F5F840-5F39-4103-B378-3CFB93651818}"/>
                </a:ext>
              </a:extLst>
            </p:cNvPr>
            <p:cNvSpPr/>
            <p:nvPr/>
          </p:nvSpPr>
          <p:spPr>
            <a:xfrm>
              <a:off x="7073575" y="408821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4CD87C5-F196-4705-AA3A-8EF2F61435E6}"/>
                </a:ext>
              </a:extLst>
            </p:cNvPr>
            <p:cNvSpPr/>
            <p:nvPr/>
          </p:nvSpPr>
          <p:spPr>
            <a:xfrm>
              <a:off x="6467183" y="349408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AEE6C44-694D-4458-8860-5C0F1D636F8D}"/>
                </a:ext>
              </a:extLst>
            </p:cNvPr>
            <p:cNvSpPr/>
            <p:nvPr/>
          </p:nvSpPr>
          <p:spPr>
            <a:xfrm>
              <a:off x="5754913" y="2856182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8B60E39-27AF-4AF3-AD42-04650B453A42}"/>
                </a:ext>
              </a:extLst>
            </p:cNvPr>
            <p:cNvSpPr/>
            <p:nvPr/>
          </p:nvSpPr>
          <p:spPr>
            <a:xfrm>
              <a:off x="5395287" y="2192038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DC11E6F-D748-46D1-B187-9E7190CAFAB5}"/>
                </a:ext>
              </a:extLst>
            </p:cNvPr>
            <p:cNvSpPr/>
            <p:nvPr/>
          </p:nvSpPr>
          <p:spPr>
            <a:xfrm>
              <a:off x="5389293" y="155154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C2A570A-D777-491A-8A78-230877932500}"/>
                </a:ext>
              </a:extLst>
            </p:cNvPr>
            <p:cNvSpPr/>
            <p:nvPr/>
          </p:nvSpPr>
          <p:spPr>
            <a:xfrm>
              <a:off x="5300936" y="2201732"/>
              <a:ext cx="72000" cy="72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87CEF9DA-C0B5-4DAA-B6FE-2977E3281D76}"/>
                </a:ext>
              </a:extLst>
            </p:cNvPr>
            <p:cNvSpPr/>
            <p:nvPr/>
          </p:nvSpPr>
          <p:spPr>
            <a:xfrm>
              <a:off x="5559712" y="2825539"/>
              <a:ext cx="72000" cy="72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0E8F77C-5FD1-4B44-89C5-8B06E55A8419}"/>
                </a:ext>
              </a:extLst>
            </p:cNvPr>
            <p:cNvSpPr/>
            <p:nvPr/>
          </p:nvSpPr>
          <p:spPr>
            <a:xfrm>
              <a:off x="5641414" y="4762692"/>
              <a:ext cx="72000" cy="72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219F8439-CDB7-4356-B13D-026966A553FC}"/>
                </a:ext>
              </a:extLst>
            </p:cNvPr>
            <p:cNvSpPr/>
            <p:nvPr/>
          </p:nvSpPr>
          <p:spPr>
            <a:xfrm>
              <a:off x="6707388" y="4123387"/>
              <a:ext cx="72000" cy="72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A3BA3F6E-EA2C-44A6-A19E-17603E3DE184}"/>
                </a:ext>
              </a:extLst>
            </p:cNvPr>
            <p:cNvSpPr/>
            <p:nvPr/>
          </p:nvSpPr>
          <p:spPr>
            <a:xfrm>
              <a:off x="6199830" y="3512462"/>
              <a:ext cx="72000" cy="72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B56D2FF-7EA5-4B58-AEA2-713AD86148AA}"/>
                </a:ext>
              </a:extLst>
            </p:cNvPr>
            <p:cNvSpPr/>
            <p:nvPr/>
          </p:nvSpPr>
          <p:spPr>
            <a:xfrm>
              <a:off x="7160004" y="4093211"/>
              <a:ext cx="72000" cy="72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7A10CB31-98F5-46FB-999E-35AABDDE2CC1}"/>
                </a:ext>
              </a:extLst>
            </p:cNvPr>
            <p:cNvSpPr/>
            <p:nvPr/>
          </p:nvSpPr>
          <p:spPr>
            <a:xfrm>
              <a:off x="6663922" y="3474406"/>
              <a:ext cx="72000" cy="72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56FBDB36-59FF-40E4-8849-B84E95182826}"/>
                </a:ext>
              </a:extLst>
            </p:cNvPr>
            <p:cNvSpPr/>
            <p:nvPr/>
          </p:nvSpPr>
          <p:spPr>
            <a:xfrm>
              <a:off x="6057212" y="2833447"/>
              <a:ext cx="72000" cy="72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0CEF839B-D39A-41C8-A1B8-B2566CF0B9CC}"/>
                </a:ext>
              </a:extLst>
            </p:cNvPr>
            <p:cNvSpPr/>
            <p:nvPr/>
          </p:nvSpPr>
          <p:spPr>
            <a:xfrm>
              <a:off x="5805732" y="2185041"/>
              <a:ext cx="72000" cy="72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69E58C1-B5D2-4913-B24A-F45094ED3153}"/>
                </a:ext>
              </a:extLst>
            </p:cNvPr>
            <p:cNvCxnSpPr>
              <a:cxnSpLocks/>
              <a:stCxn id="11" idx="7"/>
              <a:endCxn id="12" idx="4"/>
            </p:cNvCxnSpPr>
            <p:nvPr/>
          </p:nvCxnSpPr>
          <p:spPr>
            <a:xfrm flipV="1">
              <a:off x="5517988" y="4795483"/>
              <a:ext cx="446180" cy="6315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EE401A5-2442-4739-B05D-360F7345256C}"/>
                </a:ext>
              </a:extLst>
            </p:cNvPr>
            <p:cNvCxnSpPr>
              <a:cxnSpLocks/>
              <a:stCxn id="13" idx="3"/>
              <a:endCxn id="26" idx="2"/>
            </p:cNvCxnSpPr>
            <p:nvPr/>
          </p:nvCxnSpPr>
          <p:spPr>
            <a:xfrm flipH="1">
              <a:off x="5966471" y="4149672"/>
              <a:ext cx="1117648" cy="6049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DC42516-E64F-4FA0-ACB2-6E324DF9E28B}"/>
                </a:ext>
              </a:extLst>
            </p:cNvPr>
            <p:cNvCxnSpPr>
              <a:stCxn id="13" idx="0"/>
              <a:endCxn id="14" idx="5"/>
            </p:cNvCxnSpPr>
            <p:nvPr/>
          </p:nvCxnSpPr>
          <p:spPr>
            <a:xfrm flipH="1" flipV="1">
              <a:off x="6528639" y="3555540"/>
              <a:ext cx="580936" cy="5326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5082801D-0B81-4EE4-9E51-AA632DF96832}"/>
                </a:ext>
              </a:extLst>
            </p:cNvPr>
            <p:cNvCxnSpPr>
              <a:stCxn id="14" idx="1"/>
              <a:endCxn id="15" idx="5"/>
            </p:cNvCxnSpPr>
            <p:nvPr/>
          </p:nvCxnSpPr>
          <p:spPr>
            <a:xfrm flipH="1" flipV="1">
              <a:off x="5816369" y="2917638"/>
              <a:ext cx="661358" cy="58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90F4F57-5D0B-4446-9F3E-834F558860F9}"/>
                </a:ext>
              </a:extLst>
            </p:cNvPr>
            <p:cNvCxnSpPr>
              <a:cxnSpLocks/>
              <a:stCxn id="15" idx="1"/>
              <a:endCxn id="16" idx="5"/>
            </p:cNvCxnSpPr>
            <p:nvPr/>
          </p:nvCxnSpPr>
          <p:spPr>
            <a:xfrm flipH="1" flipV="1">
              <a:off x="5456743" y="2253494"/>
              <a:ext cx="308714" cy="6132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DD4F291-C8CF-43F5-B8C6-F4B043CA56B0}"/>
                </a:ext>
              </a:extLst>
            </p:cNvPr>
            <p:cNvCxnSpPr>
              <a:stCxn id="16" idx="0"/>
              <a:endCxn id="17" idx="4"/>
            </p:cNvCxnSpPr>
            <p:nvPr/>
          </p:nvCxnSpPr>
          <p:spPr>
            <a:xfrm flipH="1" flipV="1">
              <a:off x="5425293" y="1623540"/>
              <a:ext cx="5994" cy="568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4F855357-5A8F-47D7-B0D7-CA275D7CE434}"/>
                </a:ext>
              </a:extLst>
            </p:cNvPr>
            <p:cNvCxnSpPr>
              <a:stCxn id="22" idx="7"/>
              <a:endCxn id="23" idx="3"/>
            </p:cNvCxnSpPr>
            <p:nvPr/>
          </p:nvCxnSpPr>
          <p:spPr>
            <a:xfrm flipV="1">
              <a:off x="5702870" y="4184843"/>
              <a:ext cx="1015062" cy="588393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01A9E3F-0A7C-41BB-BCD2-6C7F7FDD592B}"/>
                </a:ext>
              </a:extLst>
            </p:cNvPr>
            <p:cNvCxnSpPr>
              <a:cxnSpLocks/>
              <a:stCxn id="23" idx="0"/>
              <a:endCxn id="24" idx="5"/>
            </p:cNvCxnSpPr>
            <p:nvPr/>
          </p:nvCxnSpPr>
          <p:spPr>
            <a:xfrm flipH="1" flipV="1">
              <a:off x="6261286" y="3573918"/>
              <a:ext cx="482102" cy="549469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363C60E-BB16-4D0E-B862-1B65710D7174}"/>
                </a:ext>
              </a:extLst>
            </p:cNvPr>
            <p:cNvSpPr/>
            <p:nvPr/>
          </p:nvSpPr>
          <p:spPr>
            <a:xfrm>
              <a:off x="5966471" y="4718663"/>
              <a:ext cx="72000" cy="720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0263F54-399D-462E-981D-9722CD95B5A4}"/>
                </a:ext>
              </a:extLst>
            </p:cNvPr>
            <p:cNvCxnSpPr>
              <a:stCxn id="24" idx="1"/>
              <a:endCxn id="21" idx="5"/>
            </p:cNvCxnSpPr>
            <p:nvPr/>
          </p:nvCxnSpPr>
          <p:spPr>
            <a:xfrm flipH="1" flipV="1">
              <a:off x="5621168" y="2886995"/>
              <a:ext cx="589206" cy="636011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34F658F-D444-4D09-BB94-BCBA10B65C3E}"/>
                </a:ext>
              </a:extLst>
            </p:cNvPr>
            <p:cNvCxnSpPr>
              <a:stCxn id="21" idx="1"/>
              <a:endCxn id="20" idx="4"/>
            </p:cNvCxnSpPr>
            <p:nvPr/>
          </p:nvCxnSpPr>
          <p:spPr>
            <a:xfrm flipH="1" flipV="1">
              <a:off x="5336936" y="2273732"/>
              <a:ext cx="233320" cy="562351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5199CC5D-4E69-43EF-BD0F-B50E2FB70335}"/>
                </a:ext>
              </a:extLst>
            </p:cNvPr>
            <p:cNvCxnSpPr>
              <a:stCxn id="20" idx="0"/>
            </p:cNvCxnSpPr>
            <p:nvPr/>
          </p:nvCxnSpPr>
          <p:spPr>
            <a:xfrm flipV="1">
              <a:off x="5336936" y="1623540"/>
              <a:ext cx="88357" cy="578192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C16AC13-DF4F-46BA-8513-98F7DA500A3F}"/>
                </a:ext>
              </a:extLst>
            </p:cNvPr>
            <p:cNvCxnSpPr>
              <a:stCxn id="11" idx="7"/>
              <a:endCxn id="26" idx="4"/>
            </p:cNvCxnSpPr>
            <p:nvPr/>
          </p:nvCxnSpPr>
          <p:spPr>
            <a:xfrm flipV="1">
              <a:off x="5517988" y="4790663"/>
              <a:ext cx="484483" cy="636383"/>
            </a:xfrm>
            <a:prstGeom prst="line">
              <a:avLst/>
            </a:prstGeom>
            <a:ln w="190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575155AB-22DC-4BC6-834C-964CF7D4BF69}"/>
                </a:ext>
              </a:extLst>
            </p:cNvPr>
            <p:cNvCxnSpPr>
              <a:stCxn id="26" idx="6"/>
              <a:endCxn id="27" idx="2"/>
            </p:cNvCxnSpPr>
            <p:nvPr/>
          </p:nvCxnSpPr>
          <p:spPr>
            <a:xfrm flipV="1">
              <a:off x="6038471" y="4154667"/>
              <a:ext cx="1132077" cy="599996"/>
            </a:xfrm>
            <a:prstGeom prst="line">
              <a:avLst/>
            </a:prstGeom>
            <a:ln w="190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E5231E82-20B3-4500-A265-D7ABD6D1CFB1}"/>
                </a:ext>
              </a:extLst>
            </p:cNvPr>
            <p:cNvCxnSpPr>
              <a:stCxn id="27" idx="0"/>
              <a:endCxn id="28" idx="5"/>
            </p:cNvCxnSpPr>
            <p:nvPr/>
          </p:nvCxnSpPr>
          <p:spPr>
            <a:xfrm flipH="1" flipV="1">
              <a:off x="6725378" y="3535862"/>
              <a:ext cx="470626" cy="557349"/>
            </a:xfrm>
            <a:prstGeom prst="line">
              <a:avLst/>
            </a:prstGeom>
            <a:ln w="190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A3BA56F9-DE6D-46C7-B813-6CCF9DC5D8D1}"/>
                </a:ext>
              </a:extLst>
            </p:cNvPr>
            <p:cNvCxnSpPr>
              <a:stCxn id="28" idx="1"/>
              <a:endCxn id="29" idx="5"/>
            </p:cNvCxnSpPr>
            <p:nvPr/>
          </p:nvCxnSpPr>
          <p:spPr>
            <a:xfrm flipH="1" flipV="1">
              <a:off x="6118668" y="2894903"/>
              <a:ext cx="555798" cy="590047"/>
            </a:xfrm>
            <a:prstGeom prst="line">
              <a:avLst/>
            </a:prstGeom>
            <a:ln w="190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9F36626D-2895-4D14-B64F-BF9C809359AE}"/>
                </a:ext>
              </a:extLst>
            </p:cNvPr>
            <p:cNvCxnSpPr>
              <a:stCxn id="29" idx="1"/>
              <a:endCxn id="30" idx="4"/>
            </p:cNvCxnSpPr>
            <p:nvPr/>
          </p:nvCxnSpPr>
          <p:spPr>
            <a:xfrm flipH="1" flipV="1">
              <a:off x="5841732" y="2257041"/>
              <a:ext cx="226024" cy="586950"/>
            </a:xfrm>
            <a:prstGeom prst="line">
              <a:avLst/>
            </a:prstGeom>
            <a:ln w="19050">
              <a:solidFill>
                <a:srgbClr val="00B05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804F79B9-5F6D-4A07-8D0D-0ED4096B7B56}"/>
                </a:ext>
              </a:extLst>
            </p:cNvPr>
            <p:cNvGrpSpPr/>
            <p:nvPr/>
          </p:nvGrpSpPr>
          <p:grpSpPr>
            <a:xfrm>
              <a:off x="3352982" y="824618"/>
              <a:ext cx="5486037" cy="466907"/>
              <a:chOff x="2551176" y="534166"/>
              <a:chExt cx="5486037" cy="466907"/>
            </a:xfrm>
          </p:grpSpPr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94DF252-A796-4770-8643-4344EFE2A595}"/>
                  </a:ext>
                </a:extLst>
              </p:cNvPr>
              <p:cNvSpPr txBox="1"/>
              <p:nvPr/>
            </p:nvSpPr>
            <p:spPr>
              <a:xfrm>
                <a:off x="2814379" y="534166"/>
                <a:ext cx="16279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B2FBC5D2-A3B8-4884-B4D7-B3F63C902F7B}"/>
                  </a:ext>
                </a:extLst>
              </p:cNvPr>
              <p:cNvGrpSpPr/>
              <p:nvPr/>
            </p:nvGrpSpPr>
            <p:grpSpPr>
              <a:xfrm>
                <a:off x="2551176" y="728999"/>
                <a:ext cx="685800" cy="72000"/>
                <a:chOff x="2551176" y="728999"/>
                <a:chExt cx="685800" cy="72000"/>
              </a:xfrm>
            </p:grpSpPr>
            <p:cxnSp>
              <p:nvCxnSpPr>
                <p:cNvPr id="76" name="直接连接符 75">
                  <a:extLst>
                    <a:ext uri="{FF2B5EF4-FFF2-40B4-BE49-F238E27FC236}">
                      <a16:creationId xmlns:a16="http://schemas.microsoft.com/office/drawing/2014/main" id="{D4F22E0D-84D4-43B3-8F8E-12F14D9F94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1176" y="764999"/>
                  <a:ext cx="685800" cy="0"/>
                </a:xfrm>
                <a:prstGeom prst="line">
                  <a:avLst/>
                </a:prstGeom>
                <a:ln w="19050">
                  <a:solidFill>
                    <a:srgbClr val="FFC000"/>
                  </a:solidFill>
                  <a:prstDash val="dash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77" name="椭圆 76">
                  <a:extLst>
                    <a:ext uri="{FF2B5EF4-FFF2-40B4-BE49-F238E27FC236}">
                      <a16:creationId xmlns:a16="http://schemas.microsoft.com/office/drawing/2014/main" id="{CCE898F1-7011-43B0-B9CB-2674070ED260}"/>
                    </a:ext>
                  </a:extLst>
                </p:cNvPr>
                <p:cNvSpPr/>
                <p:nvPr/>
              </p:nvSpPr>
              <p:spPr>
                <a:xfrm>
                  <a:off x="2858076" y="728999"/>
                  <a:ext cx="72000" cy="720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91B0C9D6-68AD-4A74-8B19-80C4A61EAA79}"/>
                  </a:ext>
                </a:extLst>
              </p:cNvPr>
              <p:cNvGrpSpPr/>
              <p:nvPr/>
            </p:nvGrpSpPr>
            <p:grpSpPr>
              <a:xfrm>
                <a:off x="4156152" y="733895"/>
                <a:ext cx="685800" cy="72000"/>
                <a:chOff x="2551176" y="728999"/>
                <a:chExt cx="685800" cy="72000"/>
              </a:xfrm>
              <a:solidFill>
                <a:schemeClr val="tx1"/>
              </a:solidFill>
            </p:grpSpPr>
            <p:cxnSp>
              <p:nvCxnSpPr>
                <p:cNvPr id="79" name="直接连接符 78">
                  <a:extLst>
                    <a:ext uri="{FF2B5EF4-FFF2-40B4-BE49-F238E27FC236}">
                      <a16:creationId xmlns:a16="http://schemas.microsoft.com/office/drawing/2014/main" id="{18DAAE12-58BE-4906-9A82-CD888A8242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1176" y="764999"/>
                  <a:ext cx="685800" cy="0"/>
                </a:xfrm>
                <a:prstGeom prst="line">
                  <a:avLst/>
                </a:prstGeom>
                <a:grp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80" name="椭圆 79">
                  <a:extLst>
                    <a:ext uri="{FF2B5EF4-FFF2-40B4-BE49-F238E27FC236}">
                      <a16:creationId xmlns:a16="http://schemas.microsoft.com/office/drawing/2014/main" id="{460DD83F-38AB-4A57-87B1-0CE4013D1DD5}"/>
                    </a:ext>
                  </a:extLst>
                </p:cNvPr>
                <p:cNvSpPr/>
                <p:nvPr/>
              </p:nvSpPr>
              <p:spPr>
                <a:xfrm>
                  <a:off x="2858076" y="728999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BADAF411-384C-49B5-BB06-DCEF943E14FE}"/>
                  </a:ext>
                </a:extLst>
              </p:cNvPr>
              <p:cNvGrpSpPr/>
              <p:nvPr/>
            </p:nvGrpSpPr>
            <p:grpSpPr>
              <a:xfrm>
                <a:off x="6085642" y="728999"/>
                <a:ext cx="685800" cy="72000"/>
                <a:chOff x="2551176" y="728999"/>
                <a:chExt cx="685800" cy="72000"/>
              </a:xfrm>
              <a:solidFill>
                <a:srgbClr val="00B050"/>
              </a:solidFill>
            </p:grpSpPr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5F6D16F1-5244-4D3C-9AE6-7D085C7D2D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1176" y="764999"/>
                  <a:ext cx="685800" cy="0"/>
                </a:xfrm>
                <a:prstGeom prst="line">
                  <a:avLst/>
                </a:prstGeom>
                <a:grpFill/>
                <a:ln w="19050">
                  <a:solidFill>
                    <a:srgbClr val="00B050"/>
                  </a:solidFill>
                  <a:prstDash val="dashDot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F33E7431-2D60-47EC-A920-3F543784C490}"/>
                    </a:ext>
                  </a:extLst>
                </p:cNvPr>
                <p:cNvSpPr/>
                <p:nvPr/>
              </p:nvSpPr>
              <p:spPr>
                <a:xfrm>
                  <a:off x="2858076" y="728999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B968DE4C-A7CF-4247-BFC6-7720D62B0AE6}"/>
                  </a:ext>
                </a:extLst>
              </p:cNvPr>
              <p:cNvSpPr txBox="1"/>
              <p:nvPr/>
            </p:nvSpPr>
            <p:spPr>
              <a:xfrm>
                <a:off x="4518119" y="539408"/>
                <a:ext cx="16279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Whole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57E2A2F1-927E-480A-A4DA-C6D90FC6E763}"/>
                  </a:ext>
                </a:extLst>
              </p:cNvPr>
              <p:cNvSpPr txBox="1"/>
              <p:nvPr/>
            </p:nvSpPr>
            <p:spPr>
              <a:xfrm>
                <a:off x="6409225" y="534166"/>
                <a:ext cx="16279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E8D5EB88-B7EF-4FC6-B979-6E953280CB83}"/>
                </a:ext>
              </a:extLst>
            </p:cNvPr>
            <p:cNvGrpSpPr/>
            <p:nvPr/>
          </p:nvGrpSpPr>
          <p:grpSpPr>
            <a:xfrm>
              <a:off x="1596000" y="5718960"/>
              <a:ext cx="9579844" cy="816613"/>
              <a:chOff x="1596000" y="5718960"/>
              <a:chExt cx="9579844" cy="816613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5AC4DBF0-3149-442B-AA92-04FAF9F81391}"/>
                  </a:ext>
                </a:extLst>
              </p:cNvPr>
              <p:cNvGrpSpPr/>
              <p:nvPr/>
            </p:nvGrpSpPr>
            <p:grpSpPr>
              <a:xfrm>
                <a:off x="1804263" y="5718960"/>
                <a:ext cx="9072000" cy="115992"/>
                <a:chOff x="1804263" y="6039000"/>
                <a:chExt cx="9072000" cy="115992"/>
              </a:xfrm>
            </p:grpSpPr>
            <p:cxnSp>
              <p:nvCxnSpPr>
                <p:cNvPr id="103" name="直接连接符 102">
                  <a:extLst>
                    <a:ext uri="{FF2B5EF4-FFF2-40B4-BE49-F238E27FC236}">
                      <a16:creationId xmlns:a16="http://schemas.microsoft.com/office/drawing/2014/main" id="{2B96A0EE-223D-45EF-ABA7-571433A5D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2551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>
                  <a:extLst>
                    <a:ext uri="{FF2B5EF4-FFF2-40B4-BE49-F238E27FC236}">
                      <a16:creationId xmlns:a16="http://schemas.microsoft.com/office/drawing/2014/main" id="{3454CE09-894A-43AB-951E-2581CDC571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44784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>
                  <a:extLst>
                    <a:ext uri="{FF2B5EF4-FFF2-40B4-BE49-F238E27FC236}">
                      <a16:creationId xmlns:a16="http://schemas.microsoft.com/office/drawing/2014/main" id="{232F848A-C6A2-44D3-B554-8172F1DC2D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67017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>
                  <a:extLst>
                    <a:ext uri="{FF2B5EF4-FFF2-40B4-BE49-F238E27FC236}">
                      <a16:creationId xmlns:a16="http://schemas.microsoft.com/office/drawing/2014/main" id="{2FA159AD-6D5B-4D2B-8C0B-5A6EFE860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55949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>
                  <a:extLst>
                    <a:ext uri="{FF2B5EF4-FFF2-40B4-BE49-F238E27FC236}">
                      <a16:creationId xmlns:a16="http://schemas.microsoft.com/office/drawing/2014/main" id="{DE6F9D77-6140-4698-BAFB-ABAA174298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9250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>
                  <a:extLst>
                    <a:ext uri="{FF2B5EF4-FFF2-40B4-BE49-F238E27FC236}">
                      <a16:creationId xmlns:a16="http://schemas.microsoft.com/office/drawing/2014/main" id="{4750F363-5C91-48B3-8A13-9EF55A6A1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33716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>
                  <a:extLst>
                    <a:ext uri="{FF2B5EF4-FFF2-40B4-BE49-F238E27FC236}">
                      <a16:creationId xmlns:a16="http://schemas.microsoft.com/office/drawing/2014/main" id="{A2106D12-C93E-4288-93D4-D9409AA834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11483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>
                  <a:extLst>
                    <a:ext uri="{FF2B5EF4-FFF2-40B4-BE49-F238E27FC236}">
                      <a16:creationId xmlns:a16="http://schemas.microsoft.com/office/drawing/2014/main" id="{71E80394-B2B2-42BE-AA49-BF47661F76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78182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>
                  <a:extLst>
                    <a:ext uri="{FF2B5EF4-FFF2-40B4-BE49-F238E27FC236}">
                      <a16:creationId xmlns:a16="http://schemas.microsoft.com/office/drawing/2014/main" id="{7A2BE574-253F-4946-AD47-7CD2990718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00415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>
                  <a:extLst>
                    <a:ext uri="{FF2B5EF4-FFF2-40B4-BE49-F238E27FC236}">
                      <a16:creationId xmlns:a16="http://schemas.microsoft.com/office/drawing/2014/main" id="{E6E466B2-612B-44EC-92ED-6857421931E3}"/>
                    </a:ext>
                  </a:extLst>
                </p:cNvPr>
                <p:cNvCxnSpPr/>
                <p:nvPr/>
              </p:nvCxnSpPr>
              <p:spPr>
                <a:xfrm>
                  <a:off x="1804263" y="6154992"/>
                  <a:ext cx="9072000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>
                  <a:extLst>
                    <a:ext uri="{FF2B5EF4-FFF2-40B4-BE49-F238E27FC236}">
                      <a16:creationId xmlns:a16="http://schemas.microsoft.com/office/drawing/2014/main" id="{D93BE376-18D0-4910-A32B-C3F24942E5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21781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5860E027-2062-406D-93E3-A9E8348CDF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44014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>
                  <a:extLst>
                    <a:ext uri="{FF2B5EF4-FFF2-40B4-BE49-F238E27FC236}">
                      <a16:creationId xmlns:a16="http://schemas.microsoft.com/office/drawing/2014/main" id="{01D739A1-E3A2-469A-943B-58864ED507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6247" y="6039000"/>
                  <a:ext cx="0" cy="108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B5E01230-B5D7-4761-8CEE-E5EA14E194CC}"/>
                  </a:ext>
                </a:extLst>
              </p:cNvPr>
              <p:cNvSpPr/>
              <p:nvPr/>
            </p:nvSpPr>
            <p:spPr>
              <a:xfrm>
                <a:off x="1596000" y="5989320"/>
                <a:ext cx="690000" cy="1840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0D6A330-5FE5-4485-8A73-34610ACA33B4}"/>
                  </a:ext>
                </a:extLst>
              </p:cNvPr>
              <p:cNvSpPr txBox="1"/>
              <p:nvPr/>
            </p:nvSpPr>
            <p:spPr>
              <a:xfrm>
                <a:off x="1619207" y="5781240"/>
                <a:ext cx="4065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F50CD410-B51E-4410-B784-D18415371735}"/>
                  </a:ext>
                </a:extLst>
              </p:cNvPr>
              <p:cNvSpPr txBox="1"/>
              <p:nvPr/>
            </p:nvSpPr>
            <p:spPr>
              <a:xfrm>
                <a:off x="10507579" y="5781240"/>
                <a:ext cx="6682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550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F2762605-6164-467B-8871-0DC916A71591}"/>
                  </a:ext>
                </a:extLst>
              </p:cNvPr>
              <p:cNvSpPr txBox="1"/>
              <p:nvPr/>
            </p:nvSpPr>
            <p:spPr>
              <a:xfrm>
                <a:off x="2339616" y="5781240"/>
                <a:ext cx="539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9BE2C1FB-5AB2-4832-B5A2-8E3FE7C91451}"/>
                  </a:ext>
                </a:extLst>
              </p:cNvPr>
              <p:cNvSpPr txBox="1"/>
              <p:nvPr/>
            </p:nvSpPr>
            <p:spPr>
              <a:xfrm>
                <a:off x="3082980" y="5781240"/>
                <a:ext cx="7267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4101A83-A4DD-4646-82A5-E9F683F57900}"/>
                  </a:ext>
                </a:extLst>
              </p:cNvPr>
              <p:cNvSpPr txBox="1"/>
              <p:nvPr/>
            </p:nvSpPr>
            <p:spPr>
              <a:xfrm>
                <a:off x="3931586" y="5781240"/>
                <a:ext cx="685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D6888FE9-3E67-4852-B582-1B69FC84B975}"/>
                  </a:ext>
                </a:extLst>
              </p:cNvPr>
              <p:cNvSpPr txBox="1"/>
              <p:nvPr/>
            </p:nvSpPr>
            <p:spPr>
              <a:xfrm>
                <a:off x="4765985" y="5781240"/>
                <a:ext cx="6682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8B1F91A9-ABA0-4161-BAD9-105422ABB678}"/>
                  </a:ext>
                </a:extLst>
              </p:cNvPr>
              <p:cNvSpPr txBox="1"/>
              <p:nvPr/>
            </p:nvSpPr>
            <p:spPr>
              <a:xfrm>
                <a:off x="5583531" y="5781240"/>
                <a:ext cx="6682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4D19CB3E-6E96-424C-BF65-106CAB9CDE05}"/>
                  </a:ext>
                </a:extLst>
              </p:cNvPr>
              <p:cNvSpPr txBox="1"/>
              <p:nvPr/>
            </p:nvSpPr>
            <p:spPr>
              <a:xfrm>
                <a:off x="6382788" y="5781240"/>
                <a:ext cx="679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DC19F0E7-E18D-4743-9354-6D65AF72CC90}"/>
                  </a:ext>
                </a:extLst>
              </p:cNvPr>
              <p:cNvSpPr txBox="1"/>
              <p:nvPr/>
            </p:nvSpPr>
            <p:spPr>
              <a:xfrm>
                <a:off x="7211519" y="5781240"/>
                <a:ext cx="6682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350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36DF3A62-D9CB-40BC-9963-BC1EBBCB9ECF}"/>
                  </a:ext>
                </a:extLst>
              </p:cNvPr>
              <p:cNvSpPr txBox="1"/>
              <p:nvPr/>
            </p:nvSpPr>
            <p:spPr>
              <a:xfrm>
                <a:off x="8038208" y="5781240"/>
                <a:ext cx="6855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90497915-CE42-4C46-9F31-AFF79B6F7EC1}"/>
                  </a:ext>
                </a:extLst>
              </p:cNvPr>
              <p:cNvSpPr txBox="1"/>
              <p:nvPr/>
            </p:nvSpPr>
            <p:spPr>
              <a:xfrm>
                <a:off x="8836510" y="5781240"/>
                <a:ext cx="7499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450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24D31640-1E3E-4193-ABD5-B3009231BE87}"/>
                  </a:ext>
                </a:extLst>
              </p:cNvPr>
              <p:cNvSpPr txBox="1"/>
              <p:nvPr/>
            </p:nvSpPr>
            <p:spPr>
              <a:xfrm>
                <a:off x="9680886" y="5781240"/>
                <a:ext cx="6682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7EDA2735-82DA-4308-BA2B-704D746DBDA4}"/>
                  </a:ext>
                </a:extLst>
              </p:cNvPr>
              <p:cNvSpPr txBox="1"/>
              <p:nvPr/>
            </p:nvSpPr>
            <p:spPr>
              <a:xfrm>
                <a:off x="5481300" y="6073908"/>
                <a:ext cx="16279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Runout 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9239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应用程序&#10;&#10;描述已自动生成">
            <a:extLst>
              <a:ext uri="{FF2B5EF4-FFF2-40B4-BE49-F238E27FC236}">
                <a16:creationId xmlns:a16="http://schemas.microsoft.com/office/drawing/2014/main" id="{E34DF830-5146-44DF-BD5D-3C32524E3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729000"/>
            <a:ext cx="9000000" cy="5400000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4E806BA6-F8D5-4203-8953-E483776BCB18}"/>
              </a:ext>
            </a:extLst>
          </p:cNvPr>
          <p:cNvSpPr/>
          <p:nvPr/>
        </p:nvSpPr>
        <p:spPr>
          <a:xfrm>
            <a:off x="5456532" y="5416502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61D3E94-1DD9-45B5-94D3-DD3E52BDD3B5}"/>
              </a:ext>
            </a:extLst>
          </p:cNvPr>
          <p:cNvSpPr/>
          <p:nvPr/>
        </p:nvSpPr>
        <p:spPr>
          <a:xfrm>
            <a:off x="5928168" y="4723483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540C9D0-0F9D-40D5-A84F-FC2CC8B9A594}"/>
              </a:ext>
            </a:extLst>
          </p:cNvPr>
          <p:cNvSpPr/>
          <p:nvPr/>
        </p:nvSpPr>
        <p:spPr>
          <a:xfrm>
            <a:off x="7073575" y="4088216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C19A82A-3186-424B-B326-6BC109068A54}"/>
              </a:ext>
            </a:extLst>
          </p:cNvPr>
          <p:cNvSpPr/>
          <p:nvPr/>
        </p:nvSpPr>
        <p:spPr>
          <a:xfrm>
            <a:off x="6467183" y="3494084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BC11BF7-78C8-44C0-ACE0-5B21B3C70EF4}"/>
              </a:ext>
            </a:extLst>
          </p:cNvPr>
          <p:cNvSpPr/>
          <p:nvPr/>
        </p:nvSpPr>
        <p:spPr>
          <a:xfrm>
            <a:off x="5754913" y="2856182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4292A91-A6B4-4530-966C-8DC13BB9A335}"/>
              </a:ext>
            </a:extLst>
          </p:cNvPr>
          <p:cNvSpPr/>
          <p:nvPr/>
        </p:nvSpPr>
        <p:spPr>
          <a:xfrm>
            <a:off x="5395287" y="2192038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CDF133F-7879-4DD8-A1F7-51FBC551EB9B}"/>
              </a:ext>
            </a:extLst>
          </p:cNvPr>
          <p:cNvSpPr/>
          <p:nvPr/>
        </p:nvSpPr>
        <p:spPr>
          <a:xfrm>
            <a:off x="5389293" y="1551540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41C727F-0A06-4C91-865B-6BD9FFB4BEAD}"/>
              </a:ext>
            </a:extLst>
          </p:cNvPr>
          <p:cNvGrpSpPr/>
          <p:nvPr/>
        </p:nvGrpSpPr>
        <p:grpSpPr>
          <a:xfrm>
            <a:off x="1596000" y="5718960"/>
            <a:ext cx="9579844" cy="816613"/>
            <a:chOff x="1596000" y="5718960"/>
            <a:chExt cx="9579844" cy="816613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81073DD-8855-45F2-A9B0-33E2A56987A1}"/>
                </a:ext>
              </a:extLst>
            </p:cNvPr>
            <p:cNvGrpSpPr/>
            <p:nvPr/>
          </p:nvGrpSpPr>
          <p:grpSpPr>
            <a:xfrm>
              <a:off x="1804263" y="5718960"/>
              <a:ext cx="9072000" cy="115992"/>
              <a:chOff x="1804263" y="6039000"/>
              <a:chExt cx="9072000" cy="115992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725F66F6-08CA-42E0-8F82-109F8A5FD9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2551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0010B28-EB5C-4741-A7A2-1263DBCA2B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4784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CDDE3AE4-1767-468F-BF8E-BDF103D8C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7017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0F3FCD9-3A7F-466E-AA75-717DD6E011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55949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282C4D9-8B94-4BF2-BC7D-BB0254B6AA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9250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974512F9-6284-4E4A-9DE1-F366CAA20F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3716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0C0C6D8F-8CF5-42EC-AA30-2A3572FF0F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1483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19E2C2FC-2824-4FF1-8513-F76A7A97C1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8182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768A7168-DC72-403B-8EE3-423EED9801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00415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7B076273-6587-4876-BF55-E5B567E42FA2}"/>
                  </a:ext>
                </a:extLst>
              </p:cNvPr>
              <p:cNvCxnSpPr/>
              <p:nvPr/>
            </p:nvCxnSpPr>
            <p:spPr>
              <a:xfrm>
                <a:off x="1804263" y="6154992"/>
                <a:ext cx="907200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AF377DB8-B618-4E2B-94C3-4222BDBC83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1781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7E952DD6-33F9-4B35-B822-85BACF0879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44014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EF4566D4-21F0-4118-9ADE-7103F72AA7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66247" y="6039000"/>
                <a:ext cx="0" cy="108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CB13D7A-3908-47A6-8318-EBE5424C1C26}"/>
                </a:ext>
              </a:extLst>
            </p:cNvPr>
            <p:cNvSpPr/>
            <p:nvPr/>
          </p:nvSpPr>
          <p:spPr>
            <a:xfrm>
              <a:off x="1596000" y="5989320"/>
              <a:ext cx="690000" cy="1840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57A2750-74A2-4500-B074-4D3EE5662384}"/>
                </a:ext>
              </a:extLst>
            </p:cNvPr>
            <p:cNvSpPr txBox="1"/>
            <p:nvPr/>
          </p:nvSpPr>
          <p:spPr>
            <a:xfrm>
              <a:off x="1619207" y="5781240"/>
              <a:ext cx="406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58C2708-F8AF-4932-AF8E-73DD761AECC1}"/>
                </a:ext>
              </a:extLst>
            </p:cNvPr>
            <p:cNvSpPr txBox="1"/>
            <p:nvPr/>
          </p:nvSpPr>
          <p:spPr>
            <a:xfrm>
              <a:off x="10507579" y="5781240"/>
              <a:ext cx="6682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550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1C40006-AB59-4EF0-BB75-5E1D709EF126}"/>
                </a:ext>
              </a:extLst>
            </p:cNvPr>
            <p:cNvSpPr txBox="1"/>
            <p:nvPr/>
          </p:nvSpPr>
          <p:spPr>
            <a:xfrm>
              <a:off x="2339616" y="5781240"/>
              <a:ext cx="5392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7CD4791-3CA6-42B9-B74F-62F4E8BF54F1}"/>
                </a:ext>
              </a:extLst>
            </p:cNvPr>
            <p:cNvSpPr txBox="1"/>
            <p:nvPr/>
          </p:nvSpPr>
          <p:spPr>
            <a:xfrm>
              <a:off x="3082980" y="5781240"/>
              <a:ext cx="7267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A872E3A-9C6F-4E24-80B9-D48416D677EB}"/>
                </a:ext>
              </a:extLst>
            </p:cNvPr>
            <p:cNvSpPr txBox="1"/>
            <p:nvPr/>
          </p:nvSpPr>
          <p:spPr>
            <a:xfrm>
              <a:off x="3931586" y="5781240"/>
              <a:ext cx="6851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F102BFC-BD12-4EF5-A9EB-D35CC035B5D1}"/>
                </a:ext>
              </a:extLst>
            </p:cNvPr>
            <p:cNvSpPr txBox="1"/>
            <p:nvPr/>
          </p:nvSpPr>
          <p:spPr>
            <a:xfrm>
              <a:off x="4765985" y="5781240"/>
              <a:ext cx="6682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9F907A9-2DA5-478D-82F5-3CFC2C395667}"/>
                </a:ext>
              </a:extLst>
            </p:cNvPr>
            <p:cNvSpPr txBox="1"/>
            <p:nvPr/>
          </p:nvSpPr>
          <p:spPr>
            <a:xfrm>
              <a:off x="5583531" y="5781240"/>
              <a:ext cx="6682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D08FE25-43BE-4BC9-8755-4081BB9E3753}"/>
                </a:ext>
              </a:extLst>
            </p:cNvPr>
            <p:cNvSpPr txBox="1"/>
            <p:nvPr/>
          </p:nvSpPr>
          <p:spPr>
            <a:xfrm>
              <a:off x="6382788" y="5781240"/>
              <a:ext cx="679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63BE184-1F2D-4618-A84D-9284C38582D1}"/>
                </a:ext>
              </a:extLst>
            </p:cNvPr>
            <p:cNvSpPr txBox="1"/>
            <p:nvPr/>
          </p:nvSpPr>
          <p:spPr>
            <a:xfrm>
              <a:off x="7211519" y="5781240"/>
              <a:ext cx="6682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350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F511C56-21D5-4A58-901C-00F8CAC9C593}"/>
                </a:ext>
              </a:extLst>
            </p:cNvPr>
            <p:cNvSpPr txBox="1"/>
            <p:nvPr/>
          </p:nvSpPr>
          <p:spPr>
            <a:xfrm>
              <a:off x="8038208" y="5781240"/>
              <a:ext cx="685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54F742F-C330-4A38-BBB7-1E564908AB4F}"/>
                </a:ext>
              </a:extLst>
            </p:cNvPr>
            <p:cNvSpPr txBox="1"/>
            <p:nvPr/>
          </p:nvSpPr>
          <p:spPr>
            <a:xfrm>
              <a:off x="8836510" y="5781240"/>
              <a:ext cx="749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450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2AB77E3-B4E2-47CE-80A9-0A3FD7ADB3F3}"/>
                </a:ext>
              </a:extLst>
            </p:cNvPr>
            <p:cNvSpPr txBox="1"/>
            <p:nvPr/>
          </p:nvSpPr>
          <p:spPr>
            <a:xfrm>
              <a:off x="9680886" y="5781240"/>
              <a:ext cx="6682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AEA3CBE-FBAF-4F02-8F16-C57C904EF244}"/>
                </a:ext>
              </a:extLst>
            </p:cNvPr>
            <p:cNvSpPr txBox="1"/>
            <p:nvPr/>
          </p:nvSpPr>
          <p:spPr>
            <a:xfrm>
              <a:off x="5481300" y="6073908"/>
              <a:ext cx="1627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Runout (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8043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描述已自动生成">
            <a:extLst>
              <a:ext uri="{FF2B5EF4-FFF2-40B4-BE49-F238E27FC236}">
                <a16:creationId xmlns:a16="http://schemas.microsoft.com/office/drawing/2014/main" id="{2FA67949-E3D0-4F54-9EB5-F682833E3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729000"/>
            <a:ext cx="9000000" cy="5400000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6658F47C-9250-4A86-B9AA-A50DEDA0C882}"/>
              </a:ext>
            </a:extLst>
          </p:cNvPr>
          <p:cNvSpPr/>
          <p:nvPr/>
        </p:nvSpPr>
        <p:spPr>
          <a:xfrm>
            <a:off x="5431361" y="5396831"/>
            <a:ext cx="72000" cy="72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822B7FE-A1F4-467A-AA43-FC322083FE27}"/>
              </a:ext>
            </a:extLst>
          </p:cNvPr>
          <p:cNvSpPr/>
          <p:nvPr/>
        </p:nvSpPr>
        <p:spPr>
          <a:xfrm>
            <a:off x="5359361" y="1558553"/>
            <a:ext cx="72000" cy="72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9AC417C-D621-4859-943E-8B6DA500D137}"/>
              </a:ext>
            </a:extLst>
          </p:cNvPr>
          <p:cNvSpPr/>
          <p:nvPr/>
        </p:nvSpPr>
        <p:spPr>
          <a:xfrm>
            <a:off x="5300936" y="2201732"/>
            <a:ext cx="72000" cy="72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B950C7E-9373-4081-9E02-769FC66D4FFA}"/>
              </a:ext>
            </a:extLst>
          </p:cNvPr>
          <p:cNvSpPr/>
          <p:nvPr/>
        </p:nvSpPr>
        <p:spPr>
          <a:xfrm>
            <a:off x="5559712" y="2825539"/>
            <a:ext cx="72000" cy="72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5DD1D77-3571-4949-A3B6-13C93DA9698E}"/>
              </a:ext>
            </a:extLst>
          </p:cNvPr>
          <p:cNvSpPr/>
          <p:nvPr/>
        </p:nvSpPr>
        <p:spPr>
          <a:xfrm>
            <a:off x="5641414" y="4762692"/>
            <a:ext cx="72000" cy="72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002695D-C099-48CD-A1D6-DA823A10224B}"/>
              </a:ext>
            </a:extLst>
          </p:cNvPr>
          <p:cNvSpPr/>
          <p:nvPr/>
        </p:nvSpPr>
        <p:spPr>
          <a:xfrm>
            <a:off x="6707388" y="4123387"/>
            <a:ext cx="72000" cy="72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4A13A0E-3956-4BDB-BEC7-5166E4BDC3A6}"/>
              </a:ext>
            </a:extLst>
          </p:cNvPr>
          <p:cNvSpPr/>
          <p:nvPr/>
        </p:nvSpPr>
        <p:spPr>
          <a:xfrm>
            <a:off x="6199830" y="3512462"/>
            <a:ext cx="72000" cy="72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504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应用程序&#10;&#10;描述已自动生成">
            <a:extLst>
              <a:ext uri="{FF2B5EF4-FFF2-40B4-BE49-F238E27FC236}">
                <a16:creationId xmlns:a16="http://schemas.microsoft.com/office/drawing/2014/main" id="{94AA0FFB-B6F0-4D68-8CFA-2D3ECBE26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729000"/>
            <a:ext cx="9000000" cy="5400000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A493D84B-6EB0-41C7-A7C8-BA7CF6CD8E14}"/>
              </a:ext>
            </a:extLst>
          </p:cNvPr>
          <p:cNvSpPr/>
          <p:nvPr/>
        </p:nvSpPr>
        <p:spPr>
          <a:xfrm>
            <a:off x="5438686" y="5406068"/>
            <a:ext cx="72000" cy="72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A2E2BCA-663F-461F-9F67-A527EF98FF1B}"/>
              </a:ext>
            </a:extLst>
          </p:cNvPr>
          <p:cNvSpPr/>
          <p:nvPr/>
        </p:nvSpPr>
        <p:spPr>
          <a:xfrm>
            <a:off x="5966471" y="4718663"/>
            <a:ext cx="72000" cy="72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F4572CC-3DC6-407C-849D-D82B352C50C3}"/>
              </a:ext>
            </a:extLst>
          </p:cNvPr>
          <p:cNvSpPr/>
          <p:nvPr/>
        </p:nvSpPr>
        <p:spPr>
          <a:xfrm>
            <a:off x="7160004" y="4093211"/>
            <a:ext cx="72000" cy="72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BA221BB-E9D9-4EA4-9026-5FBD1410CF47}"/>
              </a:ext>
            </a:extLst>
          </p:cNvPr>
          <p:cNvSpPr/>
          <p:nvPr/>
        </p:nvSpPr>
        <p:spPr>
          <a:xfrm>
            <a:off x="6663922" y="3474406"/>
            <a:ext cx="72000" cy="72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C67FF54-D26B-47D8-AB36-1BBF8BAF7498}"/>
              </a:ext>
            </a:extLst>
          </p:cNvPr>
          <p:cNvSpPr/>
          <p:nvPr/>
        </p:nvSpPr>
        <p:spPr>
          <a:xfrm>
            <a:off x="6057212" y="2833447"/>
            <a:ext cx="72000" cy="72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025B490-FCC1-49A9-A752-D8BFEE80EB35}"/>
              </a:ext>
            </a:extLst>
          </p:cNvPr>
          <p:cNvSpPr/>
          <p:nvPr/>
        </p:nvSpPr>
        <p:spPr>
          <a:xfrm>
            <a:off x="5805732" y="2185041"/>
            <a:ext cx="72000" cy="72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340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新建 PPT 演示文稿</Template>
  <TotalTime>457</TotalTime>
  <Words>75</Words>
  <Application>Microsoft Office PowerPoint</Application>
  <PresentationFormat>宽屏</PresentationFormat>
  <Paragraphs>56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Zhu, Chongqiang</dc:creator>
  <cp:lastModifiedBy>毕研栋</cp:lastModifiedBy>
  <cp:revision>27</cp:revision>
  <dcterms:created xsi:type="dcterms:W3CDTF">2021-05-14T18:20:56Z</dcterms:created>
  <dcterms:modified xsi:type="dcterms:W3CDTF">2025-11-24T10:59:10Z</dcterms:modified>
</cp:coreProperties>
</file>