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4801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4113" autoAdjust="0"/>
  </p:normalViewPr>
  <p:slideViewPr>
    <p:cSldViewPr snapToGrid="0">
      <p:cViewPr varScale="1">
        <p:scale>
          <a:sx n="183" d="100"/>
          <a:sy n="183" d="100"/>
        </p:scale>
        <p:origin x="29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661F-1DFE-4CB9-BEB0-0CBDA663A214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44625" y="1143000"/>
            <a:ext cx="396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5E747-EF5E-4499-A8F5-54C7B4255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42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KE_time_all_byd</a:t>
            </a:r>
            <a:endParaRPr lang="en-US" altLang="zh-CN" dirty="0"/>
          </a:p>
          <a:p>
            <a:r>
              <a:rPr lang="en-US" altLang="zh-CN" dirty="0" err="1"/>
              <a:t>KEt_time_all_byd</a:t>
            </a:r>
            <a:endParaRPr lang="en-US" altLang="zh-CN" dirty="0"/>
          </a:p>
          <a:p>
            <a:r>
              <a:rPr lang="en-US" altLang="zh-CN" dirty="0" err="1"/>
              <a:t>KEr_time_all_byds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A5E747-EF5E-4499-A8F5-54C7B425521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31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824885"/>
            <a:ext cx="5508149" cy="1754776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2647331"/>
            <a:ext cx="4860131" cy="1216909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37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19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256579"/>
            <a:ext cx="5589151" cy="2096630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3373044"/>
            <a:ext cx="5589151" cy="110256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320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341750"/>
            <a:ext cx="2754074" cy="319803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61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268351"/>
            <a:ext cx="5589151" cy="9742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235577"/>
            <a:ext cx="2741417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1841114"/>
            <a:ext cx="2741417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235577"/>
            <a:ext cx="2754918" cy="605537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1841114"/>
            <a:ext cx="2754918" cy="27080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0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61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8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725713"/>
            <a:ext cx="3280589" cy="3581889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72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36021"/>
            <a:ext cx="2090025" cy="1176073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725713"/>
            <a:ext cx="3280589" cy="3581889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512094"/>
            <a:ext cx="2090025" cy="2801341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52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6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268350"/>
            <a:ext cx="1397288" cy="42714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268350"/>
            <a:ext cx="4110861" cy="42714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28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268351"/>
            <a:ext cx="5589151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341750"/>
            <a:ext cx="5589151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74359-7249-4FB2-94ED-A6944282DBC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4671625"/>
            <a:ext cx="218705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4671625"/>
            <a:ext cx="145803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904FA-A388-4C6B-B713-3C0338C54D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E8A4308-C89D-48CA-A868-0A6C814DD596}"/>
              </a:ext>
            </a:extLst>
          </p:cNvPr>
          <p:cNvGrpSpPr/>
          <p:nvPr/>
        </p:nvGrpSpPr>
        <p:grpSpPr>
          <a:xfrm>
            <a:off x="-1" y="-521"/>
            <a:ext cx="6480175" cy="5037923"/>
            <a:chOff x="-1" y="-521"/>
            <a:chExt cx="6480175" cy="503792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5E2458F-4E95-37F9-DE64-91D5E7DCE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" y="0"/>
              <a:ext cx="3239999" cy="252067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D4419B4-86DE-937F-4381-9E55537E7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0175" y="-521"/>
              <a:ext cx="3239999" cy="2520677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258DF60-8E13-972A-ABDA-0619C96DE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2516725"/>
              <a:ext cx="3239999" cy="252067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ED0366-E018-4E8C-8E29-6CA5374D6977}"/>
                </a:ext>
              </a:extLst>
            </p:cNvPr>
            <p:cNvSpPr txBox="1"/>
            <p:nvPr/>
          </p:nvSpPr>
          <p:spPr>
            <a:xfrm>
              <a:off x="52320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CAEC1B1-8E1B-4ABC-9B89-BD0A35D33162}"/>
                </a:ext>
              </a:extLst>
            </p:cNvPr>
            <p:cNvSpPr txBox="1"/>
            <p:nvPr/>
          </p:nvSpPr>
          <p:spPr>
            <a:xfrm>
              <a:off x="3763200" y="197352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10B7010-912B-4B0A-A328-5235FB433850}"/>
                </a:ext>
              </a:extLst>
            </p:cNvPr>
            <p:cNvSpPr txBox="1"/>
            <p:nvPr/>
          </p:nvSpPr>
          <p:spPr>
            <a:xfrm>
              <a:off x="592403" y="2716988"/>
              <a:ext cx="456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A79C7AD-C665-46E9-A297-D307E3513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51" t="10619" r="13492" b="56136"/>
            <a:stretch/>
          </p:blipFill>
          <p:spPr>
            <a:xfrm>
              <a:off x="4167631" y="3194697"/>
              <a:ext cx="1385085" cy="1164732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31E414E-41E9-4218-82D6-0D0B53BB8A93}"/>
                </a:ext>
              </a:extLst>
            </p:cNvPr>
            <p:cNvSpPr/>
            <p:nvPr/>
          </p:nvSpPr>
          <p:spPr>
            <a:xfrm>
              <a:off x="1797509" y="278144"/>
              <a:ext cx="1036088" cy="8205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108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31</Words>
  <Application>Microsoft Office PowerPoint</Application>
  <PresentationFormat>自定义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Yandong BI</dc:creator>
  <cp:lastModifiedBy>毕研栋</cp:lastModifiedBy>
  <cp:revision>11</cp:revision>
  <dcterms:created xsi:type="dcterms:W3CDTF">2024-12-29T02:18:22Z</dcterms:created>
  <dcterms:modified xsi:type="dcterms:W3CDTF">2025-11-28T05:20:25Z</dcterms:modified>
</cp:coreProperties>
</file>