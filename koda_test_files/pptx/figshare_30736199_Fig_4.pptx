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4801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70" autoAdjust="0"/>
  </p:normalViewPr>
  <p:slideViewPr>
    <p:cSldViewPr snapToGrid="0">
      <p:cViewPr varScale="1">
        <p:scale>
          <a:sx n="195" d="100"/>
          <a:sy n="195" d="100"/>
        </p:scale>
        <p:origin x="270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661F-1DFE-4CB9-BEB0-0CBDA663A21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44625" y="1143000"/>
            <a:ext cx="3968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5E747-EF5E-4499-A8F5-54C7B4255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423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A5E747-EF5E-4499-A8F5-54C7B425521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315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824885"/>
            <a:ext cx="5508149" cy="1754776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2647331"/>
            <a:ext cx="4860131" cy="1216909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370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19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256579"/>
            <a:ext cx="5589151" cy="2096630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3373044"/>
            <a:ext cx="5589151" cy="1102568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32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341750"/>
            <a:ext cx="2754074" cy="31980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341750"/>
            <a:ext cx="2754074" cy="31980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61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68351"/>
            <a:ext cx="5589151" cy="97422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235577"/>
            <a:ext cx="2741417" cy="605537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1841114"/>
            <a:ext cx="2741417" cy="27080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235577"/>
            <a:ext cx="2754918" cy="605537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1841114"/>
            <a:ext cx="2754918" cy="27080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0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614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83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36021"/>
            <a:ext cx="2090025" cy="1176073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725713"/>
            <a:ext cx="3280589" cy="3581889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512094"/>
            <a:ext cx="2090025" cy="2801341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725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36021"/>
            <a:ext cx="2090025" cy="1176073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725713"/>
            <a:ext cx="3280589" cy="3581889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512094"/>
            <a:ext cx="2090025" cy="2801341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95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66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268350"/>
            <a:ext cx="1397288" cy="427143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268350"/>
            <a:ext cx="4110861" cy="427143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284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268351"/>
            <a:ext cx="5589151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341750"/>
            <a:ext cx="5589151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4671625"/>
            <a:ext cx="145803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74359-7249-4FB2-94ED-A6944282DB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4671625"/>
            <a:ext cx="218705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4671625"/>
            <a:ext cx="145803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3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4C3BFB1-50AA-40D3-8925-C6670EE65464}"/>
              </a:ext>
            </a:extLst>
          </p:cNvPr>
          <p:cNvGrpSpPr/>
          <p:nvPr/>
        </p:nvGrpSpPr>
        <p:grpSpPr>
          <a:xfrm>
            <a:off x="87" y="0"/>
            <a:ext cx="6479998" cy="5040312"/>
            <a:chOff x="87" y="0"/>
            <a:chExt cx="6479998" cy="504031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1A2E78D-26B2-449B-AF3F-3DD3B6400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" y="0"/>
              <a:ext cx="3239998" cy="252067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3C12671-D6BF-47DA-953A-8DE751FFD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0087" y="2519636"/>
              <a:ext cx="3239998" cy="2520676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1E43AE7-EAA0-4FED-8C2D-F0F9C21A9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0087" y="0"/>
              <a:ext cx="3239998" cy="2520676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2ED0366-E018-4E8C-8E29-6CA5374D6977}"/>
                </a:ext>
              </a:extLst>
            </p:cNvPr>
            <p:cNvSpPr txBox="1"/>
            <p:nvPr/>
          </p:nvSpPr>
          <p:spPr>
            <a:xfrm>
              <a:off x="2443690" y="197352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10B7010-912B-4B0A-A328-5235FB433850}"/>
                </a:ext>
              </a:extLst>
            </p:cNvPr>
            <p:cNvSpPr txBox="1"/>
            <p:nvPr/>
          </p:nvSpPr>
          <p:spPr>
            <a:xfrm>
              <a:off x="1391594" y="2584365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FBA0798-0A53-4F6C-812C-89974486F075}"/>
                </a:ext>
              </a:extLst>
            </p:cNvPr>
            <p:cNvSpPr txBox="1"/>
            <p:nvPr/>
          </p:nvSpPr>
          <p:spPr>
            <a:xfrm>
              <a:off x="5705750" y="197352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1089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10</Words>
  <Application>Microsoft Office PowerPoint</Application>
  <PresentationFormat>自定义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Yandong BI</dc:creator>
  <cp:lastModifiedBy>毕研栋</cp:lastModifiedBy>
  <cp:revision>15</cp:revision>
  <dcterms:created xsi:type="dcterms:W3CDTF">2024-12-29T02:18:22Z</dcterms:created>
  <dcterms:modified xsi:type="dcterms:W3CDTF">2025-11-24T07:56:31Z</dcterms:modified>
</cp:coreProperties>
</file>