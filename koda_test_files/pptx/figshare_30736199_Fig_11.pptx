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480175" cy="2519363"/>
  <p:notesSz cx="6858000" cy="9144000"/>
  <p:defaultTextStyle>
    <a:defPPr>
      <a:defRPr lang="zh-CN"/>
    </a:defPPr>
    <a:lvl1pPr marL="0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1pPr>
    <a:lvl2pPr marL="215981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2pPr>
    <a:lvl3pPr marL="431963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3pPr>
    <a:lvl4pPr marL="647944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4pPr>
    <a:lvl5pPr marL="863925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5pPr>
    <a:lvl6pPr marL="1079906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6pPr>
    <a:lvl7pPr marL="1295888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7pPr>
    <a:lvl8pPr marL="1511869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8pPr>
    <a:lvl9pPr marL="1727850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19" d="100"/>
          <a:sy n="319" d="100"/>
        </p:scale>
        <p:origin x="172" y="8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27BB94-FF97-45AA-B1AB-26C13937A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22" y="412312"/>
            <a:ext cx="4860131" cy="87711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EF1FFFC-AC92-434C-A138-134BA7DD57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22" y="1323249"/>
            <a:ext cx="4860131" cy="6082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4E2B97-E893-45AD-A8AE-15D73B166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DD1513-C745-4196-87F0-2790002E6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42EF0A-0B88-428D-86BB-3A66BA1F6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812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7AE089-22E5-4FB8-8CCA-84154C0EB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43542-1A40-483D-97A4-AABE48605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381F10-676F-4F44-BDB2-0EC4EB48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D9B3B8-7111-47F4-903F-6144839BA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09B703-9541-495C-9EB4-B9A2E8470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334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2978A4-D6FA-49D3-83CD-AB8E1B94E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37" y="628091"/>
            <a:ext cx="5589151" cy="1047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24D114-B6BE-4311-BA32-CF781095C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137" y="1685991"/>
            <a:ext cx="5589151" cy="55111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ABEC3D-45F5-4C8C-B1A5-0624A0D74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6AFE31-2B1A-4818-8B82-A27EE2AA9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3841BA-DAE2-4671-826B-85A6C4087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353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56C2A0-E892-42B0-9A5B-BA6F888B1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013899-3406-4D80-A8A4-EA4F46306E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5512" y="670664"/>
            <a:ext cx="2754074" cy="15985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83B250-EE13-47A4-9523-910B5077F3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0589" y="670664"/>
            <a:ext cx="2754074" cy="15985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A5F7B8-F371-4659-9B95-181688F8A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003F53-1BDF-4A1F-BDE7-8FCED331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2600CB-4DBB-45E2-A2CE-7C9384DA0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799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DF2D1B-6E0D-489D-851C-89C7F8015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56" y="134133"/>
            <a:ext cx="5589151" cy="48696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64ABF3-9756-4467-B34A-5CE044BA1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356" y="617594"/>
            <a:ext cx="2741418" cy="30267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784A27-68CF-4A83-A911-476B80F6B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356" y="920267"/>
            <a:ext cx="2741418" cy="1353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B71EA9-8EC7-4B70-B23D-84552E9D9B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80589" y="617594"/>
            <a:ext cx="2754918" cy="30267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3A0BC8-A4A8-415E-931E-A59CA4C714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80589" y="920267"/>
            <a:ext cx="2754918" cy="1353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FB088F3-2322-4CAC-9EAC-D8956504F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E029377-B301-45C4-987C-E01A431E6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F9F1B9-6B8A-4810-B7D2-5F1038E4E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298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F72990-A049-4C2F-BF8E-0432B7C3D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98134F-50FF-46DD-B9BA-36C9E9F25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D90EB3-A6AA-418E-92DA-4BBD93B9B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C45BA5-E1C5-4916-8F91-57B2E01AD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298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AA7E1F0-1224-4752-A61C-04148A7A8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827088-CF70-4081-A00C-A04A73E1D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11144E-BC93-4E8A-8EA3-2DCD4E160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846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C8018-0579-44B1-B947-827956C0E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56" y="167958"/>
            <a:ext cx="2090025" cy="58785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F3C2FA-54DA-44F8-8836-70B5EBFC9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4918" y="362742"/>
            <a:ext cx="3280589" cy="179038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6E2EEC-883A-4ED7-8A9D-882087CAB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56" y="755809"/>
            <a:ext cx="2090025" cy="140022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1AC0A7-A815-494E-B958-0BAD52D4C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740767-EE35-4F7E-B011-184CFE6E8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877A9C-8CAE-464A-96D2-B5AED9D2A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547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58515B-0B49-4E1A-9A71-A96DEACED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56" y="167958"/>
            <a:ext cx="2090025" cy="58785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A0D76DD-A412-4D0A-8BFF-C9D31A4BE5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754918" y="362742"/>
            <a:ext cx="3280589" cy="17903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715D60-C42C-47A0-8341-18F8888B6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56" y="755809"/>
            <a:ext cx="2090025" cy="140022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3E4E4E-EC83-468E-9F0C-B0250B9D3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23C35E-B018-49FA-A40C-4BDDD86C9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630CF3-EB6E-4B8D-8BFA-F8989CEE9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32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6D18E-5BED-4E41-AF89-C4561D687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F56A87-ED63-47D6-9C79-4225A2BB6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FD72B1-B709-4D2B-B612-8446E6A50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DA19ED-ADB0-4A1F-9B2C-D92DBE599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28ECBB-C726-4FDB-B519-3740A1B04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533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3351606-22D2-4B62-8C5C-AF35D11DF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637375" y="134133"/>
            <a:ext cx="1397288" cy="21350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09C772-4612-44A9-8FA1-6CC071325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5512" y="134133"/>
            <a:ext cx="4110861" cy="21350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9E8CDC-E7DA-4887-844E-E079C3FE2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324128-62B1-4C3C-AFD7-E73FB4487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064F30-3588-4FE7-9FBB-A99C2E703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32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4A17A0C-6FA5-4C99-9B9E-7A67AE516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512" y="134133"/>
            <a:ext cx="5589151" cy="486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C76992-2796-4C99-A27F-6A05E5449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512" y="670664"/>
            <a:ext cx="5589151" cy="159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E6622B-67EE-4592-B4C0-64A3E5EF0D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5512" y="2335076"/>
            <a:ext cx="1458039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51C84-B683-4896-BB6D-65C7020AA6D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7B18B5-2CCD-4F13-AAA4-A690B11F0C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46558" y="2335076"/>
            <a:ext cx="2187059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FD7CE4-151E-4663-BECA-CC40EE2C12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6624" y="2335076"/>
            <a:ext cx="1458039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32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033A26A-E7D6-4502-B37D-0A90AA0E257D}"/>
              </a:ext>
            </a:extLst>
          </p:cNvPr>
          <p:cNvGrpSpPr/>
          <p:nvPr/>
        </p:nvGrpSpPr>
        <p:grpSpPr>
          <a:xfrm>
            <a:off x="1776" y="0"/>
            <a:ext cx="6478397" cy="2519362"/>
            <a:chOff x="1776" y="0"/>
            <a:chExt cx="6478397" cy="2519362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2A03F0A-85C4-4FDC-9C7E-5A933168F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6" y="0"/>
              <a:ext cx="3238309" cy="2519362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46B1380C-CC1C-407A-AFD5-149EC6F7C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1864" y="0"/>
              <a:ext cx="3238309" cy="2519362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CDBE46E-7FB9-46E7-AED3-A9692DF5AEAA}"/>
                </a:ext>
              </a:extLst>
            </p:cNvPr>
            <p:cNvSpPr txBox="1"/>
            <p:nvPr/>
          </p:nvSpPr>
          <p:spPr>
            <a:xfrm>
              <a:off x="515105" y="159252"/>
              <a:ext cx="456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800" dirty="0"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  <a:endParaRPr lang="zh-CN" altLang="en-US"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7959541-D8FF-4553-80E8-6BBB69727038}"/>
                </a:ext>
              </a:extLst>
            </p:cNvPr>
            <p:cNvSpPr txBox="1"/>
            <p:nvPr/>
          </p:nvSpPr>
          <p:spPr>
            <a:xfrm>
              <a:off x="3800172" y="197352"/>
              <a:ext cx="456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800" dirty="0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  <a:endParaRPr lang="zh-CN" altLang="en-US"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5921B6D-C61D-4490-B499-18B01B6154B6}"/>
                </a:ext>
              </a:extLst>
            </p:cNvPr>
            <p:cNvSpPr txBox="1"/>
            <p:nvPr/>
          </p:nvSpPr>
          <p:spPr>
            <a:xfrm>
              <a:off x="773339" y="1416552"/>
              <a:ext cx="4569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DB35455-AD65-4D63-91F8-5A8339449675}"/>
                </a:ext>
              </a:extLst>
            </p:cNvPr>
            <p:cNvSpPr txBox="1"/>
            <p:nvPr/>
          </p:nvSpPr>
          <p:spPr>
            <a:xfrm>
              <a:off x="1742772" y="442886"/>
              <a:ext cx="4569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91323487-94A9-47C8-B6D6-4C4AA4A0FB8D}"/>
                </a:ext>
              </a:extLst>
            </p:cNvPr>
            <p:cNvSpPr txBox="1"/>
            <p:nvPr/>
          </p:nvSpPr>
          <p:spPr>
            <a:xfrm>
              <a:off x="3940752" y="1628219"/>
              <a:ext cx="4569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4EBF06E-4C70-4FE5-B91F-B275D87F3D8B}"/>
                </a:ext>
              </a:extLst>
            </p:cNvPr>
            <p:cNvSpPr txBox="1"/>
            <p:nvPr/>
          </p:nvSpPr>
          <p:spPr>
            <a:xfrm>
              <a:off x="4944052" y="1289665"/>
              <a:ext cx="4569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0440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</Words>
  <Application>Microsoft Office PowerPoint</Application>
  <PresentationFormat>自定义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Yandong BI</dc:creator>
  <cp:lastModifiedBy>毕研栋</cp:lastModifiedBy>
  <cp:revision>5</cp:revision>
  <dcterms:created xsi:type="dcterms:W3CDTF">2024-12-29T06:07:07Z</dcterms:created>
  <dcterms:modified xsi:type="dcterms:W3CDTF">2025-11-26T01:41:26Z</dcterms:modified>
</cp:coreProperties>
</file>