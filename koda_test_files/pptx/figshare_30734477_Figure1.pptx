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2880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5830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3553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280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32775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9369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02087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9514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217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90767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70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196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0FBF5D-D8AE-473D-8D74-16E18A59FF60}" type="datetimeFigureOut">
              <a:rPr lang="zh-CN" altLang="en-US" smtClean="0"/>
              <a:t>2025/11/27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4A77E2-797D-4259-A043-D8F271666DA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738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箭头连接符 4"/>
          <p:cNvCxnSpPr>
            <a:cxnSpLocks/>
          </p:cNvCxnSpPr>
          <p:nvPr/>
        </p:nvCxnSpPr>
        <p:spPr>
          <a:xfrm>
            <a:off x="1073150" y="1505223"/>
            <a:ext cx="4495800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/>
          <p:cNvCxnSpPr>
            <a:cxnSpLocks/>
          </p:cNvCxnSpPr>
          <p:nvPr/>
        </p:nvCxnSpPr>
        <p:spPr>
          <a:xfrm>
            <a:off x="1082946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986731" y="603955"/>
            <a:ext cx="1007007" cy="433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Injection with</a:t>
            </a:r>
          </a:p>
          <a:p>
            <a:r>
              <a:rPr lang="en-US" altLang="zh-CN" sz="1100" b="0" dirty="0"/>
              <a:t>SAL or LPS</a:t>
            </a:r>
            <a:endParaRPr lang="zh-CN" altLang="en-US" sz="1100" b="0" dirty="0"/>
          </a:p>
        </p:txBody>
      </p:sp>
      <p:cxnSp>
        <p:nvCxnSpPr>
          <p:cNvPr id="10" name="直接箭头连接符 9"/>
          <p:cNvCxnSpPr>
            <a:cxnSpLocks/>
          </p:cNvCxnSpPr>
          <p:nvPr/>
        </p:nvCxnSpPr>
        <p:spPr>
          <a:xfrm>
            <a:off x="1087159" y="1161326"/>
            <a:ext cx="0" cy="221578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cxnSpLocks/>
          </p:cNvCxnSpPr>
          <p:nvPr/>
        </p:nvCxnSpPr>
        <p:spPr>
          <a:xfrm>
            <a:off x="1882107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cxnSpLocks/>
          </p:cNvCxnSpPr>
          <p:nvPr/>
        </p:nvCxnSpPr>
        <p:spPr>
          <a:xfrm>
            <a:off x="2681268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cxnSpLocks/>
          </p:cNvCxnSpPr>
          <p:nvPr/>
        </p:nvCxnSpPr>
        <p:spPr>
          <a:xfrm>
            <a:off x="3480429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文本框 15"/>
          <p:cNvSpPr txBox="1"/>
          <p:nvPr/>
        </p:nvSpPr>
        <p:spPr>
          <a:xfrm>
            <a:off x="806203" y="1570430"/>
            <a:ext cx="562975" cy="2628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Day 1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604896" y="1570430"/>
            <a:ext cx="562975" cy="2628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Day 2</a:t>
            </a:r>
            <a:endParaRPr lang="zh-CN" altLang="en-US" sz="1100" b="0" dirty="0"/>
          </a:p>
        </p:txBody>
      </p:sp>
      <p:sp>
        <p:nvSpPr>
          <p:cNvPr id="18" name="文本框 17"/>
          <p:cNvSpPr txBox="1"/>
          <p:nvPr/>
        </p:nvSpPr>
        <p:spPr>
          <a:xfrm>
            <a:off x="2415536" y="1570430"/>
            <a:ext cx="562975" cy="2628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Day 3</a:t>
            </a:r>
            <a:endParaRPr lang="zh-CN" altLang="en-US" sz="1100" b="0" dirty="0"/>
          </a:p>
        </p:txBody>
      </p:sp>
      <p:sp>
        <p:nvSpPr>
          <p:cNvPr id="19" name="文本框 18"/>
          <p:cNvSpPr txBox="1"/>
          <p:nvPr/>
        </p:nvSpPr>
        <p:spPr>
          <a:xfrm>
            <a:off x="3207433" y="1570430"/>
            <a:ext cx="562975" cy="26282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Day 4</a:t>
            </a:r>
            <a:endParaRPr lang="zh-CN" altLang="en-US" sz="1100" b="0" dirty="0"/>
          </a:p>
        </p:txBody>
      </p:sp>
      <p:sp>
        <p:nvSpPr>
          <p:cNvPr id="20" name="文本框 19"/>
          <p:cNvSpPr txBox="1"/>
          <p:nvPr/>
        </p:nvSpPr>
        <p:spPr>
          <a:xfrm>
            <a:off x="3429492" y="655399"/>
            <a:ext cx="766557" cy="433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ctr"/>
            <a:r>
              <a:rPr lang="en-US" altLang="zh-CN" sz="1100" b="0" dirty="0"/>
              <a:t>Heat </a:t>
            </a:r>
          </a:p>
          <a:p>
            <a:pPr algn="ctr"/>
            <a:r>
              <a:rPr lang="en-US" altLang="zh-CN" sz="1100" b="0" dirty="0"/>
              <a:t>exposure</a:t>
            </a:r>
            <a:endParaRPr lang="zh-CN" altLang="en-US" sz="1100" b="0" dirty="0"/>
          </a:p>
        </p:txBody>
      </p:sp>
      <p:sp>
        <p:nvSpPr>
          <p:cNvPr id="23" name="文本框 22"/>
          <p:cNvSpPr txBox="1"/>
          <p:nvPr/>
        </p:nvSpPr>
        <p:spPr>
          <a:xfrm>
            <a:off x="868400" y="944192"/>
            <a:ext cx="330540" cy="284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46" dirty="0">
                <a:latin typeface="Arial" panose="020B0604020202020204" pitchFamily="34" charset="0"/>
                <a:cs typeface="Arial" panose="020B0604020202020204" pitchFamily="34" charset="0"/>
              </a:rPr>
              <a:t>1º</a:t>
            </a:r>
            <a:endParaRPr lang="zh-CN" altLang="en-US" sz="124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1675323" y="950411"/>
            <a:ext cx="330540" cy="2840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46" dirty="0">
                <a:latin typeface="Arial" panose="020B0604020202020204" pitchFamily="34" charset="0"/>
                <a:cs typeface="Arial" panose="020B0604020202020204" pitchFamily="34" charset="0"/>
              </a:rPr>
              <a:t>2º</a:t>
            </a:r>
            <a:endParaRPr lang="zh-CN" altLang="en-US" sz="1246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6" name="直接连接符 25"/>
          <p:cNvCxnSpPr>
            <a:cxnSpLocks/>
          </p:cNvCxnSpPr>
          <p:nvPr/>
        </p:nvCxnSpPr>
        <p:spPr>
          <a:xfrm>
            <a:off x="4279590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9" name="文本框 28"/>
          <p:cNvSpPr txBox="1"/>
          <p:nvPr/>
        </p:nvSpPr>
        <p:spPr>
          <a:xfrm>
            <a:off x="2953051" y="2030950"/>
            <a:ext cx="97494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Without heat</a:t>
            </a:r>
            <a:endParaRPr lang="zh-CN" altLang="en-US" sz="1100" b="0" dirty="0"/>
          </a:p>
        </p:txBody>
      </p:sp>
      <p:cxnSp>
        <p:nvCxnSpPr>
          <p:cNvPr id="33" name="直接连接符 32"/>
          <p:cNvCxnSpPr>
            <a:cxnSpLocks/>
          </p:cNvCxnSpPr>
          <p:nvPr/>
        </p:nvCxnSpPr>
        <p:spPr>
          <a:xfrm>
            <a:off x="4958102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4636448" y="2008321"/>
            <a:ext cx="792205" cy="433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8" b="0" dirty="0"/>
              <a:t>1 day</a:t>
            </a:r>
          </a:p>
          <a:p>
            <a:r>
              <a:rPr lang="en-US" altLang="zh-CN" sz="1108" b="0" dirty="0"/>
              <a:t>Post-heat</a:t>
            </a:r>
            <a:endParaRPr lang="zh-CN" altLang="en-US" sz="1108" b="0" dirty="0"/>
          </a:p>
        </p:txBody>
      </p:sp>
      <p:cxnSp>
        <p:nvCxnSpPr>
          <p:cNvPr id="37" name="直接连接符 36"/>
          <p:cNvCxnSpPr>
            <a:cxnSpLocks/>
          </p:cNvCxnSpPr>
          <p:nvPr/>
        </p:nvCxnSpPr>
        <p:spPr>
          <a:xfrm>
            <a:off x="4162092" y="1429636"/>
            <a:ext cx="0" cy="151175"/>
          </a:xfrm>
          <a:prstGeom prst="line">
            <a:avLst/>
          </a:prstGeom>
          <a:ln w="254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8" name="文本框 37"/>
          <p:cNvSpPr txBox="1"/>
          <p:nvPr/>
        </p:nvSpPr>
        <p:spPr>
          <a:xfrm>
            <a:off x="3870170" y="2008321"/>
            <a:ext cx="792204" cy="433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algn="ctr">
              <a:defRPr sz="16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CN" sz="1100" b="0" dirty="0"/>
              <a:t>1 h</a:t>
            </a:r>
          </a:p>
          <a:p>
            <a:r>
              <a:rPr lang="en-US" altLang="zh-CN" sz="1100" b="0" dirty="0"/>
              <a:t>Post-heat</a:t>
            </a:r>
            <a:endParaRPr lang="zh-CN" altLang="en-US" sz="1100" b="0" dirty="0"/>
          </a:p>
        </p:txBody>
      </p:sp>
      <p:sp>
        <p:nvSpPr>
          <p:cNvPr id="2" name="右大括号 1">
            <a:extLst>
              <a:ext uri="{FF2B5EF4-FFF2-40B4-BE49-F238E27FC236}">
                <a16:creationId xmlns:a16="http://schemas.microsoft.com/office/drawing/2014/main" id="{C2A50F8F-BE96-22EF-1AFF-7807CCEC95A8}"/>
              </a:ext>
            </a:extLst>
          </p:cNvPr>
          <p:cNvSpPr/>
          <p:nvPr/>
        </p:nvSpPr>
        <p:spPr>
          <a:xfrm rot="16200000">
            <a:off x="3749715" y="942292"/>
            <a:ext cx="127522" cy="669480"/>
          </a:xfrm>
          <a:prstGeom prst="rightBrace">
            <a:avLst/>
          </a:prstGeom>
          <a:ln w="15875">
            <a:headEnd w="lg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sz="1246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B474E2D-7B0F-D023-A8C3-C4E94AA6D512}"/>
              </a:ext>
            </a:extLst>
          </p:cNvPr>
          <p:cNvSpPr txBox="1"/>
          <p:nvPr/>
        </p:nvSpPr>
        <p:spPr>
          <a:xfrm>
            <a:off x="3079217" y="2186562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Sacrifice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A3E9739-ABF6-6F43-F98F-2FC3638B4BDC}"/>
              </a:ext>
            </a:extLst>
          </p:cNvPr>
          <p:cNvSpPr txBox="1"/>
          <p:nvPr/>
        </p:nvSpPr>
        <p:spPr>
          <a:xfrm>
            <a:off x="3903032" y="2345586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Sacrifice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D41C924-1CBD-7105-745D-74D655BEFADB}"/>
              </a:ext>
            </a:extLst>
          </p:cNvPr>
          <p:cNvSpPr txBox="1"/>
          <p:nvPr/>
        </p:nvSpPr>
        <p:spPr>
          <a:xfrm>
            <a:off x="4669310" y="2345586"/>
            <a:ext cx="72648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Sacrifice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D7E83034-7922-D0F5-9C69-86815E8F3265}"/>
              </a:ext>
            </a:extLst>
          </p:cNvPr>
          <p:cNvCxnSpPr>
            <a:cxnSpLocks/>
          </p:cNvCxnSpPr>
          <p:nvPr/>
        </p:nvCxnSpPr>
        <p:spPr>
          <a:xfrm>
            <a:off x="1877372" y="1161326"/>
            <a:ext cx="0" cy="221578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B8CAC450-9EC5-38D5-C93A-54FAD223528E}"/>
              </a:ext>
            </a:extLst>
          </p:cNvPr>
          <p:cNvCxnSpPr>
            <a:cxnSpLocks/>
          </p:cNvCxnSpPr>
          <p:nvPr/>
        </p:nvCxnSpPr>
        <p:spPr>
          <a:xfrm flipV="1">
            <a:off x="4286007" y="1630102"/>
            <a:ext cx="0" cy="39160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3CEB2ED1-7538-B00A-2C68-EEA4BCF18DE2}"/>
              </a:ext>
            </a:extLst>
          </p:cNvPr>
          <p:cNvCxnSpPr>
            <a:cxnSpLocks/>
          </p:cNvCxnSpPr>
          <p:nvPr/>
        </p:nvCxnSpPr>
        <p:spPr>
          <a:xfrm flipV="1">
            <a:off x="4954204" y="1630102"/>
            <a:ext cx="0" cy="391609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E2DA417E-7178-D9F9-CBCC-511023D4AB06}"/>
              </a:ext>
            </a:extLst>
          </p:cNvPr>
          <p:cNvCxnSpPr>
            <a:cxnSpLocks/>
          </p:cNvCxnSpPr>
          <p:nvPr/>
        </p:nvCxnSpPr>
        <p:spPr>
          <a:xfrm flipV="1">
            <a:off x="3478351" y="1817226"/>
            <a:ext cx="0" cy="20448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178B028B-7F42-21AE-839A-0BFCA873A8B8}"/>
              </a:ext>
            </a:extLst>
          </p:cNvPr>
          <p:cNvSpPr txBox="1"/>
          <p:nvPr/>
        </p:nvSpPr>
        <p:spPr>
          <a:xfrm>
            <a:off x="2923234" y="2366770"/>
            <a:ext cx="1035121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100" dirty="0">
                <a:latin typeface="Arial" panose="020B0604020202020204" pitchFamily="34" charset="0"/>
                <a:cs typeface="Arial" panose="020B0604020202020204" pitchFamily="34" charset="0"/>
              </a:rPr>
              <a:t>Or LPS rechallenge</a:t>
            </a:r>
            <a:endParaRPr lang="zh-CN" altLang="en-US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50</TotalTime>
  <Words>31</Words>
  <Application>Microsoft Office PowerPoint</Application>
  <PresentationFormat>A4 纸张(210x297 毫米)</PresentationFormat>
  <Paragraphs>19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源 许</dc:creator>
  <cp:lastModifiedBy>Administrator</cp:lastModifiedBy>
  <cp:revision>15</cp:revision>
  <dcterms:created xsi:type="dcterms:W3CDTF">2025-08-22T12:51:00Z</dcterms:created>
  <dcterms:modified xsi:type="dcterms:W3CDTF">2025-11-27T05:56:08Z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448FCD938AD24191A1AEBD065A7478EC_12</vt:lpwstr>
  </property>
  <property fmtid="{D5CDD505-2E9C-101B-9397-08002B2CF9AE}" pid="3" name="KSOProductBuildVer">
    <vt:lpwstr>2052-12.1.0.21915</vt:lpwstr>
  </property>
</Properties>
</file>