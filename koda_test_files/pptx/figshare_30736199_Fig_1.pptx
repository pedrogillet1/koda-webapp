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78927-DDA4-40A6-81A6-1F2E74206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E9C47F-52A8-43AE-A17B-F9AF87A5B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7141E-54AC-45F9-8421-03D8E48C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D1147-D421-4A25-AB1A-AC29902A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A9A25C-B372-4913-81B7-BCD9401A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36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B2DA5-3C59-4DF2-8908-B000753E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5624A-C97D-4F26-93FD-F0C754A2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BF87C-5BBE-417B-AAD5-C9B2B7B7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B8E48-E1FE-4F40-B478-BF81C963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88A68-8BED-45D0-874D-BD557DBE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1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52428-473C-47B5-A0D7-C4562970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836A24-65A5-466D-A383-DDB0B4549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63115-5A1A-4996-981E-2A879874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93B17-F3F0-4849-B940-3B263387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D5057-D4C9-43A7-ADA0-2518243B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8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F47FC-FE29-4B99-9B81-B1A1E1A7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C0365-B964-4153-B35F-E8324BD78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CAB94-6BD9-4F28-9A08-5C4FBA64A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743B0-56D0-4138-A5D6-D2A62F16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CDA37E-5264-4BBA-BB43-01DA3AE4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EC855-613C-4E58-8E26-2ED7C2A4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36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DB1EB-3230-4BF1-B5E2-51D5EC55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33EA4-08F2-4252-AB48-1FC7B044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93B776-050F-4D3E-B4C4-9D5A4850D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F91E9-FB7D-4076-B711-F8A020C10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F75BDC-C57B-4A26-992E-C5A3B8CA9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DE4759-7A62-43EA-8E65-CAEAFBB2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B6B38E-88EB-4801-8E27-1A7901E8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52C4A-B22E-4448-ACFD-1CE2B896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57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E02FF-221A-4574-AF13-C2F10C68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DF43B-4A3F-4649-9F5D-E0FDCD41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B18478-681D-4E49-8ACF-C2A15360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BD9F22-8DC5-4C66-BD77-C2B8F99C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67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3BE960-A6A5-4253-9349-67008132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074C3A-765E-421F-8CBE-1A86F32F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D39D3-7CB0-4074-808D-44225A33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42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39B29-34D1-406C-A595-8E2A6565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0916A-450E-4E24-91E9-38B4BA1FE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31E9C8-22F7-41F5-8476-EFEB27076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67C96-7C93-4263-93EF-B4F0D547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68F020-9B09-49B6-8A38-F95D2480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2FA42-5B67-4AA2-A69F-C59E70AB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5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F182A-A183-4547-9FD8-10BAA17F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4771CF-EF6B-4D13-8B09-90AF38428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E3924C-4D76-4910-BD2B-A6277CC52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44BA7-D879-409A-84C9-89C076DE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CAAD5-A73C-4754-A8B5-E525F349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9CF010-9669-4639-BE3A-C6BB5EE3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2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7E4C0-6FA1-4B65-8997-BD211622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0A9BDC-2ED9-4440-A735-551A2E2F4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FB9054-F2FC-45C1-9551-47B75A23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F48C7-C122-4C45-BBE0-F0F82C19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16699-0198-430A-A1FF-64255056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00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558791-47A6-40E3-925C-2D9975E03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919EAD-1DC0-4542-9F87-F429BA584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BA843-D5CE-41A9-B38B-ADE89B22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ACF41-E711-45F0-8D20-899C5703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7C2F3-C25A-4AAF-B9AE-B460446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C93D0C-F3F7-4B93-8526-C5888E73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3EFD6-A736-49FF-AE9C-61A8406C0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33D4D-A0E0-4506-99D8-C7B793029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A5A38-04EB-4E19-8B59-43ACD67EDB2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EC1F3-81EA-4D35-9C2E-D78029881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1B98A-F745-4855-B4E9-EAB36B486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0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D650219-BF73-4CB1-8969-0C2791ECDB0F}"/>
              </a:ext>
            </a:extLst>
          </p:cNvPr>
          <p:cNvGrpSpPr/>
          <p:nvPr/>
        </p:nvGrpSpPr>
        <p:grpSpPr>
          <a:xfrm>
            <a:off x="409252" y="1387868"/>
            <a:ext cx="11582571" cy="5281650"/>
            <a:chOff x="409252" y="1387868"/>
            <a:chExt cx="11582571" cy="528165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273D6A2-F26E-44A4-B97A-8902C1ED2524}"/>
                </a:ext>
              </a:extLst>
            </p:cNvPr>
            <p:cNvCxnSpPr>
              <a:cxnSpLocks/>
            </p:cNvCxnSpPr>
            <p:nvPr/>
          </p:nvCxnSpPr>
          <p:spPr>
            <a:xfrm>
              <a:off x="462337" y="2747253"/>
              <a:ext cx="5743254" cy="334937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4DADB63-2648-49C8-A537-9F6801438390}"/>
                </a:ext>
              </a:extLst>
            </p:cNvPr>
            <p:cNvCxnSpPr/>
            <p:nvPr/>
          </p:nvCxnSpPr>
          <p:spPr>
            <a:xfrm>
              <a:off x="6195318" y="6096629"/>
              <a:ext cx="579462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直角三角形 17">
              <a:extLst>
                <a:ext uri="{FF2B5EF4-FFF2-40B4-BE49-F238E27FC236}">
                  <a16:creationId xmlns:a16="http://schemas.microsoft.com/office/drawing/2014/main" id="{B59B9A2E-AB18-445B-94AD-0717F5DA0266}"/>
                </a:ext>
              </a:extLst>
            </p:cNvPr>
            <p:cNvSpPr/>
            <p:nvPr/>
          </p:nvSpPr>
          <p:spPr>
            <a:xfrm rot="18017616">
              <a:off x="1689113" y="2034267"/>
              <a:ext cx="1219957" cy="2124617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86255D02-0824-4C71-936E-C7541EFDDB53}"/>
                </a:ext>
              </a:extLst>
            </p:cNvPr>
            <p:cNvSpPr/>
            <p:nvPr/>
          </p:nvSpPr>
          <p:spPr>
            <a:xfrm>
              <a:off x="7255407" y="5538659"/>
              <a:ext cx="4262153" cy="560021"/>
            </a:xfrm>
            <a:custGeom>
              <a:avLst/>
              <a:gdLst>
                <a:gd name="connsiteX0" fmla="*/ 4262153 w 4262153"/>
                <a:gd name="connsiteY0" fmla="*/ 551090 h 560021"/>
                <a:gd name="connsiteX1" fmla="*/ 4200921 w 4262153"/>
                <a:gd name="connsiteY1" fmla="*/ 465365 h 560021"/>
                <a:gd name="connsiteX2" fmla="*/ 4053964 w 4262153"/>
                <a:gd name="connsiteY2" fmla="*/ 346983 h 560021"/>
                <a:gd name="connsiteX3" fmla="*/ 3931500 w 4262153"/>
                <a:gd name="connsiteY3" fmla="*/ 273504 h 560021"/>
                <a:gd name="connsiteX4" fmla="*/ 3841692 w 4262153"/>
                <a:gd name="connsiteY4" fmla="*/ 220436 h 560021"/>
                <a:gd name="connsiteX5" fmla="*/ 3686571 w 4262153"/>
                <a:gd name="connsiteY5" fmla="*/ 159204 h 560021"/>
                <a:gd name="connsiteX6" fmla="*/ 3490628 w 4262153"/>
                <a:gd name="connsiteY6" fmla="*/ 93890 h 560021"/>
                <a:gd name="connsiteX7" fmla="*/ 3343671 w 4262153"/>
                <a:gd name="connsiteY7" fmla="*/ 61233 h 560021"/>
                <a:gd name="connsiteX8" fmla="*/ 3168139 w 4262153"/>
                <a:gd name="connsiteY8" fmla="*/ 44904 h 560021"/>
                <a:gd name="connsiteX9" fmla="*/ 3037510 w 4262153"/>
                <a:gd name="connsiteY9" fmla="*/ 32658 h 560021"/>
                <a:gd name="connsiteX10" fmla="*/ 2882389 w 4262153"/>
                <a:gd name="connsiteY10" fmla="*/ 12247 h 560021"/>
                <a:gd name="connsiteX11" fmla="*/ 2698692 w 4262153"/>
                <a:gd name="connsiteY11" fmla="*/ 8165 h 560021"/>
                <a:gd name="connsiteX12" fmla="*/ 2494585 w 4262153"/>
                <a:gd name="connsiteY12" fmla="*/ 0 h 560021"/>
                <a:gd name="connsiteX13" fmla="*/ 2123110 w 4262153"/>
                <a:gd name="connsiteY13" fmla="*/ 4083 h 560021"/>
                <a:gd name="connsiteX14" fmla="*/ 1784292 w 4262153"/>
                <a:gd name="connsiteY14" fmla="*/ 12247 h 560021"/>
                <a:gd name="connsiteX15" fmla="*/ 1478132 w 4262153"/>
                <a:gd name="connsiteY15" fmla="*/ 12247 h 560021"/>
                <a:gd name="connsiteX16" fmla="*/ 1237285 w 4262153"/>
                <a:gd name="connsiteY16" fmla="*/ 16329 h 560021"/>
                <a:gd name="connsiteX17" fmla="*/ 1016850 w 4262153"/>
                <a:gd name="connsiteY17" fmla="*/ 48986 h 560021"/>
                <a:gd name="connsiteX18" fmla="*/ 820907 w 4262153"/>
                <a:gd name="connsiteY18" fmla="*/ 89808 h 560021"/>
                <a:gd name="connsiteX19" fmla="*/ 665785 w 4262153"/>
                <a:gd name="connsiteY19" fmla="*/ 126547 h 560021"/>
                <a:gd name="connsiteX20" fmla="*/ 502500 w 4262153"/>
                <a:gd name="connsiteY20" fmla="*/ 187779 h 560021"/>
                <a:gd name="connsiteX21" fmla="*/ 351460 w 4262153"/>
                <a:gd name="connsiteY21" fmla="*/ 265340 h 560021"/>
                <a:gd name="connsiteX22" fmla="*/ 200421 w 4262153"/>
                <a:gd name="connsiteY22" fmla="*/ 371475 h 560021"/>
                <a:gd name="connsiteX23" fmla="*/ 73875 w 4262153"/>
                <a:gd name="connsiteY23" fmla="*/ 481693 h 560021"/>
                <a:gd name="connsiteX24" fmla="*/ 4478 w 4262153"/>
                <a:gd name="connsiteY24" fmla="*/ 555172 h 560021"/>
                <a:gd name="connsiteX25" fmla="*/ 12642 w 4262153"/>
                <a:gd name="connsiteY25" fmla="*/ 547008 h 56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262153" h="560021">
                  <a:moveTo>
                    <a:pt x="4262153" y="551090"/>
                  </a:moveTo>
                  <a:cubicBezTo>
                    <a:pt x="4248886" y="525236"/>
                    <a:pt x="4235619" y="499383"/>
                    <a:pt x="4200921" y="465365"/>
                  </a:cubicBezTo>
                  <a:cubicBezTo>
                    <a:pt x="4166223" y="431347"/>
                    <a:pt x="4098867" y="378960"/>
                    <a:pt x="4053964" y="346983"/>
                  </a:cubicBezTo>
                  <a:cubicBezTo>
                    <a:pt x="4009060" y="315006"/>
                    <a:pt x="3931500" y="273504"/>
                    <a:pt x="3931500" y="273504"/>
                  </a:cubicBezTo>
                  <a:cubicBezTo>
                    <a:pt x="3896121" y="252413"/>
                    <a:pt x="3882513" y="239486"/>
                    <a:pt x="3841692" y="220436"/>
                  </a:cubicBezTo>
                  <a:cubicBezTo>
                    <a:pt x="3800871" y="201386"/>
                    <a:pt x="3745082" y="180295"/>
                    <a:pt x="3686571" y="159204"/>
                  </a:cubicBezTo>
                  <a:cubicBezTo>
                    <a:pt x="3628060" y="138113"/>
                    <a:pt x="3547778" y="110218"/>
                    <a:pt x="3490628" y="93890"/>
                  </a:cubicBezTo>
                  <a:cubicBezTo>
                    <a:pt x="3433478" y="77561"/>
                    <a:pt x="3397419" y="69397"/>
                    <a:pt x="3343671" y="61233"/>
                  </a:cubicBezTo>
                  <a:cubicBezTo>
                    <a:pt x="3289923" y="53069"/>
                    <a:pt x="3168139" y="44904"/>
                    <a:pt x="3168139" y="44904"/>
                  </a:cubicBezTo>
                  <a:cubicBezTo>
                    <a:pt x="3117112" y="40142"/>
                    <a:pt x="3085135" y="38101"/>
                    <a:pt x="3037510" y="32658"/>
                  </a:cubicBezTo>
                  <a:cubicBezTo>
                    <a:pt x="2989885" y="27215"/>
                    <a:pt x="2938859" y="16329"/>
                    <a:pt x="2882389" y="12247"/>
                  </a:cubicBezTo>
                  <a:cubicBezTo>
                    <a:pt x="2825919" y="8165"/>
                    <a:pt x="2698692" y="8165"/>
                    <a:pt x="2698692" y="8165"/>
                  </a:cubicBezTo>
                  <a:lnTo>
                    <a:pt x="2494585" y="0"/>
                  </a:lnTo>
                  <a:lnTo>
                    <a:pt x="2123110" y="4083"/>
                  </a:lnTo>
                  <a:lnTo>
                    <a:pt x="1784292" y="12247"/>
                  </a:lnTo>
                  <a:cubicBezTo>
                    <a:pt x="1676796" y="13608"/>
                    <a:pt x="1478132" y="12247"/>
                    <a:pt x="1478132" y="12247"/>
                  </a:cubicBezTo>
                  <a:lnTo>
                    <a:pt x="1237285" y="16329"/>
                  </a:lnTo>
                  <a:cubicBezTo>
                    <a:pt x="1160405" y="22452"/>
                    <a:pt x="1086246" y="36740"/>
                    <a:pt x="1016850" y="48986"/>
                  </a:cubicBezTo>
                  <a:cubicBezTo>
                    <a:pt x="947454" y="61232"/>
                    <a:pt x="879418" y="76881"/>
                    <a:pt x="820907" y="89808"/>
                  </a:cubicBezTo>
                  <a:cubicBezTo>
                    <a:pt x="762396" y="102735"/>
                    <a:pt x="718853" y="110218"/>
                    <a:pt x="665785" y="126547"/>
                  </a:cubicBezTo>
                  <a:cubicBezTo>
                    <a:pt x="612717" y="142875"/>
                    <a:pt x="554888" y="164647"/>
                    <a:pt x="502500" y="187779"/>
                  </a:cubicBezTo>
                  <a:cubicBezTo>
                    <a:pt x="450112" y="210911"/>
                    <a:pt x="401806" y="234724"/>
                    <a:pt x="351460" y="265340"/>
                  </a:cubicBezTo>
                  <a:cubicBezTo>
                    <a:pt x="301113" y="295956"/>
                    <a:pt x="246685" y="335416"/>
                    <a:pt x="200421" y="371475"/>
                  </a:cubicBezTo>
                  <a:cubicBezTo>
                    <a:pt x="154157" y="407534"/>
                    <a:pt x="106532" y="451077"/>
                    <a:pt x="73875" y="481693"/>
                  </a:cubicBezTo>
                  <a:cubicBezTo>
                    <a:pt x="41218" y="512309"/>
                    <a:pt x="4478" y="555172"/>
                    <a:pt x="4478" y="555172"/>
                  </a:cubicBezTo>
                  <a:cubicBezTo>
                    <a:pt x="-5727" y="566058"/>
                    <a:pt x="3457" y="556533"/>
                    <a:pt x="12642" y="547008"/>
                  </a:cubicBezTo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1D8AB1E-2161-41F8-9112-477D70FB7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2878" y="2901366"/>
              <a:ext cx="734174" cy="12577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429AAD3-5E3C-458C-A472-2406ABE7DF0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147" y="3090225"/>
              <a:ext cx="24498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3B6DB61D-8108-41E3-B960-CC2923C4CE91}"/>
                </a:ext>
              </a:extLst>
            </p:cNvPr>
            <p:cNvSpPr/>
            <p:nvPr/>
          </p:nvSpPr>
          <p:spPr>
            <a:xfrm>
              <a:off x="9296483" y="5727644"/>
              <a:ext cx="180000" cy="180000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F1997FAD-8E88-44EA-8B03-686ABFA0F94C}"/>
                </a:ext>
              </a:extLst>
            </p:cNvPr>
            <p:cNvSpPr/>
            <p:nvPr/>
          </p:nvSpPr>
          <p:spPr>
            <a:xfrm>
              <a:off x="2547839" y="3420883"/>
              <a:ext cx="180000" cy="180000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A786C8A-E964-406F-8915-024EFE8633C1}"/>
                </a:ext>
              </a:extLst>
            </p:cNvPr>
            <p:cNvCxnSpPr>
              <a:cxnSpLocks/>
            </p:cNvCxnSpPr>
            <p:nvPr/>
          </p:nvCxnSpPr>
          <p:spPr>
            <a:xfrm>
              <a:off x="9386483" y="5887664"/>
              <a:ext cx="0" cy="72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9A82E97-977B-4510-9484-8D3DA612CF63}"/>
                </a:ext>
              </a:extLst>
            </p:cNvPr>
            <p:cNvCxnSpPr>
              <a:cxnSpLocks/>
            </p:cNvCxnSpPr>
            <p:nvPr/>
          </p:nvCxnSpPr>
          <p:spPr>
            <a:xfrm>
              <a:off x="6232403" y="6096629"/>
              <a:ext cx="0" cy="51718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4738462-FDCE-4D38-AC52-875C75B67EAA}"/>
                </a:ext>
              </a:extLst>
            </p:cNvPr>
            <p:cNvCxnSpPr/>
            <p:nvPr/>
          </p:nvCxnSpPr>
          <p:spPr>
            <a:xfrm flipV="1">
              <a:off x="6232403" y="5538659"/>
              <a:ext cx="286165" cy="55797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C5C1A5C-71BB-443C-9992-A64B95984AD8}"/>
                </a:ext>
              </a:extLst>
            </p:cNvPr>
            <p:cNvCxnSpPr/>
            <p:nvPr/>
          </p:nvCxnSpPr>
          <p:spPr>
            <a:xfrm flipH="1">
              <a:off x="4804068" y="6096629"/>
              <a:ext cx="142833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空心弧 31">
              <a:extLst>
                <a:ext uri="{FF2B5EF4-FFF2-40B4-BE49-F238E27FC236}">
                  <a16:creationId xmlns:a16="http://schemas.microsoft.com/office/drawing/2014/main" id="{4A0D8812-2917-4BD4-80E4-B96FCBE85785}"/>
                </a:ext>
              </a:extLst>
            </p:cNvPr>
            <p:cNvSpPr/>
            <p:nvPr/>
          </p:nvSpPr>
          <p:spPr>
            <a:xfrm rot="16200000">
              <a:off x="5020608" y="5572997"/>
              <a:ext cx="742928" cy="535460"/>
            </a:xfrm>
            <a:prstGeom prst="blockArc">
              <a:avLst>
                <a:gd name="adj1" fmla="val 13029328"/>
                <a:gd name="adj2" fmla="val 19887362"/>
                <a:gd name="adj3" fmla="val 0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3BF3C39-A71F-4325-B8D1-4C4DB6B14E06}"/>
                </a:ext>
              </a:extLst>
            </p:cNvPr>
            <p:cNvCxnSpPr/>
            <p:nvPr/>
          </p:nvCxnSpPr>
          <p:spPr>
            <a:xfrm>
              <a:off x="6232403" y="6355223"/>
              <a:ext cx="315408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AD297CD-439F-462C-80D0-625FE188B918}"/>
                </a:ext>
              </a:extLst>
            </p:cNvPr>
            <p:cNvCxnSpPr/>
            <p:nvPr/>
          </p:nvCxnSpPr>
          <p:spPr>
            <a:xfrm>
              <a:off x="3100998" y="3823343"/>
              <a:ext cx="3274487" cy="190430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8F61589-3F37-4811-8248-7D0201B1F9EE}"/>
                    </a:ext>
                  </a:extLst>
                </p:cNvPr>
                <p:cNvSpPr txBox="1"/>
                <p:nvPr/>
              </p:nvSpPr>
              <p:spPr>
                <a:xfrm>
                  <a:off x="4729529" y="5600525"/>
                  <a:ext cx="5354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Arial" panose="020B0604020202020204" pitchFamily="34" charset="0"/>
                          </a:rPr>
                          <m:t>𝜃</m:t>
                        </m:r>
                      </m:oMath>
                    </m:oMathPara>
                  </a14:m>
                  <a:endParaRPr kumimoji="0" lang="zh-CN" altLang="en-US" sz="20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8F61589-3F37-4811-8248-7D0201B1F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529" y="5600525"/>
                  <a:ext cx="535460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28FCD5F-501E-4F76-B67D-E0BA3090F68A}"/>
                </a:ext>
              </a:extLst>
            </p:cNvPr>
            <p:cNvSpPr txBox="1"/>
            <p:nvPr/>
          </p:nvSpPr>
          <p:spPr>
            <a:xfrm>
              <a:off x="7315105" y="6269408"/>
              <a:ext cx="1274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Runout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8A63488-43E6-4743-90B8-B783D3E45050}"/>
                </a:ext>
              </a:extLst>
            </p:cNvPr>
            <p:cNvGrpSpPr/>
            <p:nvPr/>
          </p:nvGrpSpPr>
          <p:grpSpPr>
            <a:xfrm>
              <a:off x="409252" y="4424082"/>
              <a:ext cx="2023393" cy="1783683"/>
              <a:chOff x="409252" y="4424082"/>
              <a:chExt cx="2023393" cy="1783683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1DE57A39-8CB0-49FD-A441-08DA030790C3}"/>
                  </a:ext>
                </a:extLst>
              </p:cNvPr>
              <p:cNvGrpSpPr/>
              <p:nvPr/>
            </p:nvGrpSpPr>
            <p:grpSpPr>
              <a:xfrm>
                <a:off x="819350" y="4818069"/>
                <a:ext cx="994410" cy="994410"/>
                <a:chOff x="925830" y="3653115"/>
                <a:chExt cx="994410" cy="994410"/>
              </a:xfrm>
            </p:grpSpPr>
            <p:cxnSp>
              <p:nvCxnSpPr>
                <p:cNvPr id="8" name="直接箭头连接符 7">
                  <a:extLst>
                    <a:ext uri="{FF2B5EF4-FFF2-40B4-BE49-F238E27FC236}">
                      <a16:creationId xmlns:a16="http://schemas.microsoft.com/office/drawing/2014/main" id="{15D021A6-072F-4596-A4FC-341601A2DD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830" y="4647525"/>
                  <a:ext cx="99441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1C3F338F-D91E-4EE1-9D5F-1DA5A2400E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428625" y="4150320"/>
                  <a:ext cx="99441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80BCD549-AA08-4C8C-A6A5-B07E432E2DF4}"/>
                  </a:ext>
                </a:extLst>
              </p:cNvPr>
              <p:cNvGrpSpPr/>
              <p:nvPr/>
            </p:nvGrpSpPr>
            <p:grpSpPr>
              <a:xfrm>
                <a:off x="697587" y="5685952"/>
                <a:ext cx="252000" cy="257792"/>
                <a:chOff x="1094058" y="5960191"/>
                <a:chExt cx="252000" cy="257792"/>
              </a:xfrm>
              <a:solidFill>
                <a:schemeClr val="bg1"/>
              </a:solidFill>
            </p:grpSpPr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9D815EA7-DDFB-43C3-A9B3-A7EC68B89637}"/>
                    </a:ext>
                  </a:extLst>
                </p:cNvPr>
                <p:cNvSpPr/>
                <p:nvPr/>
              </p:nvSpPr>
              <p:spPr>
                <a:xfrm>
                  <a:off x="1094058" y="5965983"/>
                  <a:ext cx="252000" cy="252000"/>
                </a:xfrm>
                <a:prstGeom prst="flowChartConnector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A34BDF8F-626D-4794-A033-A976E8A4EA62}"/>
                    </a:ext>
                  </a:extLst>
                </p:cNvPr>
                <p:cNvGrpSpPr/>
                <p:nvPr/>
              </p:nvGrpSpPr>
              <p:grpSpPr>
                <a:xfrm rot="18961427">
                  <a:off x="1094058" y="5960191"/>
                  <a:ext cx="252000" cy="252000"/>
                  <a:chOff x="1734226" y="5627100"/>
                  <a:chExt cx="252000" cy="252000"/>
                </a:xfrm>
                <a:grpFill/>
              </p:grpSpPr>
              <p:cxnSp>
                <p:nvCxnSpPr>
                  <p:cNvPr id="17" name="直接连接符 16">
                    <a:extLst>
                      <a:ext uri="{FF2B5EF4-FFF2-40B4-BE49-F238E27FC236}">
                        <a16:creationId xmlns:a16="http://schemas.microsoft.com/office/drawing/2014/main" id="{4F6ED392-0FB1-473D-AD6D-8B8E770C668F}"/>
                      </a:ext>
                    </a:extLst>
                  </p:cNvPr>
                  <p:cNvCxnSpPr/>
                  <p:nvPr/>
                </p:nvCxnSpPr>
                <p:spPr>
                  <a:xfrm>
                    <a:off x="1734226" y="5749290"/>
                    <a:ext cx="252000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19B30484-50F1-4AF6-B91F-AF87EDC6FD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734226" y="5753100"/>
                    <a:ext cx="252000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66850F1-36EA-449D-8B0B-4E90570B285A}"/>
                  </a:ext>
                </a:extLst>
              </p:cNvPr>
              <p:cNvSpPr txBox="1"/>
              <p:nvPr/>
            </p:nvSpPr>
            <p:spPr>
              <a:xfrm>
                <a:off x="1730391" y="5624453"/>
                <a:ext cx="702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X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F2A2CC6-F877-4CD7-A567-5196B79CA80D}"/>
                  </a:ext>
                </a:extLst>
              </p:cNvPr>
              <p:cNvSpPr txBox="1"/>
              <p:nvPr/>
            </p:nvSpPr>
            <p:spPr>
              <a:xfrm>
                <a:off x="409252" y="5807655"/>
                <a:ext cx="702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Y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4C87AE1-D613-4479-9F0E-85AFD71D2F67}"/>
                  </a:ext>
                </a:extLst>
              </p:cNvPr>
              <p:cNvSpPr txBox="1"/>
              <p:nvPr/>
            </p:nvSpPr>
            <p:spPr>
              <a:xfrm>
                <a:off x="655399" y="4424082"/>
                <a:ext cx="702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Z</a:t>
                </a:r>
                <a:endPara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53745EE-9F8C-447C-8CF2-3091640239D1}"/>
                </a:ext>
              </a:extLst>
            </p:cNvPr>
            <p:cNvGrpSpPr/>
            <p:nvPr/>
          </p:nvGrpSpPr>
          <p:grpSpPr>
            <a:xfrm>
              <a:off x="1457404" y="3720562"/>
              <a:ext cx="702254" cy="1078390"/>
              <a:chOff x="2179483" y="3521737"/>
              <a:chExt cx="702254" cy="1078390"/>
            </a:xfrm>
          </p:grpSpPr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5FF66DD4-0FE3-4C72-9D84-F597956FE9AD}"/>
                  </a:ext>
                </a:extLst>
              </p:cNvPr>
              <p:cNvCxnSpPr/>
              <p:nvPr/>
            </p:nvCxnSpPr>
            <p:spPr>
              <a:xfrm>
                <a:off x="2642649" y="3521737"/>
                <a:ext cx="0" cy="80953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F1A4460C-C591-4381-B7BD-2E1ABC8280A8}"/>
                      </a:ext>
                    </a:extLst>
                  </p:cNvPr>
                  <p:cNvSpPr txBox="1"/>
                  <p:nvPr/>
                </p:nvSpPr>
                <p:spPr>
                  <a:xfrm>
                    <a:off x="2179483" y="4200017"/>
                    <a:ext cx="70225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Arial" panose="020B0604020202020204" pitchFamily="34" charset="0"/>
                            </a:rPr>
                            <m:t>𝒈</m:t>
                          </m:r>
                        </m:oMath>
                      </m:oMathPara>
                    </a14:m>
                    <a:endParaRPr kumimoji="0" lang="zh-CN" altLang="en-US" sz="20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F1A4460C-C591-4381-B7BD-2E1ABC8280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9483" y="4200017"/>
                    <a:ext cx="70225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784C12B-90EA-4A8C-ADF9-20A4B0B713EE}"/>
                </a:ext>
              </a:extLst>
            </p:cNvPr>
            <p:cNvSpPr txBox="1"/>
            <p:nvPr/>
          </p:nvSpPr>
          <p:spPr>
            <a:xfrm>
              <a:off x="2136852" y="1387868"/>
              <a:ext cx="3000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i="1" dirty="0">
                  <a:solidFill>
                    <a:prstClr val="black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A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cceleration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zone</a:t>
              </a:r>
              <a:endPara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6F14A65-D9B7-4DC9-A63C-62FB42260EA3}"/>
                </a:ext>
              </a:extLst>
            </p:cNvPr>
            <p:cNvSpPr txBox="1"/>
            <p:nvPr/>
          </p:nvSpPr>
          <p:spPr>
            <a:xfrm>
              <a:off x="7808580" y="1387868"/>
              <a:ext cx="29758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i="1" dirty="0">
                  <a:solidFill>
                    <a:prstClr val="black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Deposition zone</a:t>
              </a:r>
              <a:endPara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9A2B8260-4FDF-4AE8-AEA4-95596A626AEC}"/>
                </a:ext>
              </a:extLst>
            </p:cNvPr>
            <p:cNvCxnSpPr>
              <a:cxnSpLocks/>
            </p:cNvCxnSpPr>
            <p:nvPr/>
          </p:nvCxnSpPr>
          <p:spPr>
            <a:xfrm>
              <a:off x="452676" y="1849533"/>
              <a:ext cx="57594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F0E86B0-42A3-4A46-AF29-B65F8D4B9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2403" y="1387868"/>
              <a:ext cx="0" cy="469832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973CB6BD-519A-407A-A01B-8BF785362E1A}"/>
                </a:ext>
              </a:extLst>
            </p:cNvPr>
            <p:cNvCxnSpPr>
              <a:cxnSpLocks/>
            </p:cNvCxnSpPr>
            <p:nvPr/>
          </p:nvCxnSpPr>
          <p:spPr>
            <a:xfrm>
              <a:off x="6232403" y="1849533"/>
              <a:ext cx="57594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259A64C-E774-4755-B932-1BA869FB2D0C}"/>
                </a:ext>
              </a:extLst>
            </p:cNvPr>
            <p:cNvSpPr txBox="1"/>
            <p:nvPr/>
          </p:nvSpPr>
          <p:spPr>
            <a:xfrm>
              <a:off x="3812091" y="3215398"/>
              <a:ext cx="24498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Releasing gate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EF92D93-B7DA-498D-A4A6-91589BEF87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6391" y="3464795"/>
              <a:ext cx="809556" cy="114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2838B0D-9B8C-4242-824A-F8261A3B6219}"/>
                </a:ext>
              </a:extLst>
            </p:cNvPr>
            <p:cNvSpPr txBox="1"/>
            <p:nvPr/>
          </p:nvSpPr>
          <p:spPr>
            <a:xfrm>
              <a:off x="1005312" y="2592281"/>
              <a:ext cx="28546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Granular material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13655637-7F43-4167-914A-B4937897D0E3}"/>
                    </a:ext>
                  </a:extLst>
                </p:cNvPr>
                <p:cNvSpPr txBox="1"/>
                <p:nvPr/>
              </p:nvSpPr>
              <p:spPr>
                <a:xfrm>
                  <a:off x="7073588" y="2067015"/>
                  <a:ext cx="4431067" cy="9958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Travel distance, </a:t>
                  </a:r>
                  <a14:m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=700</m:t>
                      </m:r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𝑝𝑠</m:t>
                          </m:r>
                        </m:sub>
                      </m:sSub>
                    </m:oMath>
                  </a14:m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endParaRPr>
                </a:p>
                <a:p>
                  <a:pPr marL="342900" marR="0" lvl="0" indent="-34290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lang="en-US" altLang="zh-CN" sz="2000" dirty="0">
                      <a:solidFill>
                        <a:prstClr val="black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Slope angle, </a:t>
                  </a:r>
                  <a14:m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=30</m:t>
                      </m:r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°</m:t>
                      </m:r>
                    </m:oMath>
                  </a14:m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13655637-7F43-4167-914A-B4937897D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3588" y="2067015"/>
                  <a:ext cx="4431067" cy="995850"/>
                </a:xfrm>
                <a:prstGeom prst="rect">
                  <a:avLst/>
                </a:prstGeom>
                <a:blipFill>
                  <a:blip r:embed="rId4"/>
                  <a:stretch>
                    <a:fillRect l="-1238" b="-10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D6D784C-2ECC-4E47-B3DB-839DDC780700}"/>
                </a:ext>
              </a:extLst>
            </p:cNvPr>
            <p:cNvSpPr txBox="1"/>
            <p:nvPr/>
          </p:nvSpPr>
          <p:spPr>
            <a:xfrm>
              <a:off x="10313173" y="5219565"/>
              <a:ext cx="12043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Deposit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BF96D1C-9C03-4209-AE1C-F09D2C57D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4274" y="4913768"/>
              <a:ext cx="0" cy="8938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B943413-A827-4488-844A-B528FE0988C9}"/>
                </a:ext>
              </a:extLst>
            </p:cNvPr>
            <p:cNvSpPr txBox="1"/>
            <p:nvPr/>
          </p:nvSpPr>
          <p:spPr>
            <a:xfrm>
              <a:off x="8149329" y="4392634"/>
              <a:ext cx="24498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Centers of mass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B680B0F-A708-4C01-BE38-01E9796A299F}"/>
                    </a:ext>
                  </a:extLst>
                </p:cNvPr>
                <p:cNvSpPr txBox="1"/>
                <p:nvPr/>
              </p:nvSpPr>
              <p:spPr>
                <a:xfrm rot="1800000">
                  <a:off x="4398181" y="4408022"/>
                  <a:ext cx="86064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B680B0F-A708-4C01-BE38-01E9796A2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0000">
                  <a:off x="4398181" y="4408022"/>
                  <a:ext cx="8606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07804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新建 PPT 演示文稿</Template>
  <TotalTime>406</TotalTime>
  <Words>33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Zhu, Chongqiang</dc:creator>
  <cp:lastModifiedBy>毕研栋</cp:lastModifiedBy>
  <cp:revision>36</cp:revision>
  <dcterms:created xsi:type="dcterms:W3CDTF">2021-05-14T18:20:56Z</dcterms:created>
  <dcterms:modified xsi:type="dcterms:W3CDTF">2025-11-28T02:10:31Z</dcterms:modified>
</cp:coreProperties>
</file>