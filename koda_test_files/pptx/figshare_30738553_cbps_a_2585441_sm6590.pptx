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66E3-0B79-F4C9-AC40-41769A768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97967-8054-9D2C-97DE-448DB7EA1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77137-A9FD-3A0F-CB42-EEEEA8B0C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50FB8-06EF-38FE-4D31-99E27B55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5599F-017F-3A7F-6011-C73D8F7F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79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0693-2560-9016-5DC6-3ABC6505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A962-0CF9-57D2-1CE8-B8BDADB21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3A60A-D24B-D44D-550C-CE14C48A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EA11-BF71-1BC7-67B0-611F452CC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4278B-6C86-CC8C-D773-0106D693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7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5785-88F7-29BD-500B-126E8371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B3203-394C-6D08-7DA0-A65756F5F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5F1F9-E81A-C479-D0DE-49EE13D02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B9198-EE3B-5811-A396-08F846E3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6A033-DCF4-08B0-D84C-09408733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34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25E07-C2B4-4ED2-9A60-613819A8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7DF89-3357-B0D3-2EE9-C497112D0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F338-542D-21CE-A3A3-22FD8DD18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0B7B9-87C4-CBF6-4350-0B87933C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0D87C-EFB5-15E3-23E5-6D422646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B67DF-81F8-2CA4-820D-84286124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4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849D-A1F4-32EA-7A6C-EB3E214B5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71EEA-1C6B-8368-974A-C0ABF76FC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11645-868D-EA19-6110-B562D936F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CFFF06-82AA-DCF7-7867-972959BDC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AEF04-B4E4-E3DC-4404-37CB977F7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A6EE28-FF96-7649-EA35-D20E5D4D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98218D-0225-330B-CEE6-6EC176F1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E4C8D9-E717-05FE-F02C-4E4C1315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0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E892-3769-5CB2-7E0E-FF14C7772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C6AEB2-DE0F-3FD2-FDE5-C7BDCBB1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C3A85-5DF2-243C-3803-2969FF061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9A391-A7A5-DAEF-14D8-53D9D428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81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037D-41BF-B85E-A1FE-71BC15DB6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05CFD3-D7B7-0B55-27BE-88B839972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D3018-8D9F-2C09-3D3E-C1052DA8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4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7D116-832C-20C2-45F0-6F12AFA7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2599-C740-E465-5334-E94FADEC5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17B65-9EE0-7426-F0E0-96F8BDE86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2ADAC-FAE6-5BD6-A6DD-E32F2B80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5EF15-AC5A-6262-BE46-66E815154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A134D-135B-2F0F-6014-C1C6C0173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16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F6D4-6947-BE57-5316-EFA6E609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DEAA4-328E-3F18-53E0-5E60A8D65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01C2D-EF59-42DF-128C-31A9A0D23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566EC-3A3B-211A-8B38-293390E85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22A6F-187C-3EAC-FA4A-2392FF61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466FB-4039-36FD-F071-93ADE4A60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06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2219-CF10-586D-74A6-0E7D6426D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72025-4106-C149-3A87-141C80285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17876-C7CA-1580-91E1-D9721A8C2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9572A-58C6-3ADF-4562-3458A8B3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37F59-E5AB-5A63-E309-BF3792FE3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31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3AC04-563B-C483-5DE6-10436CB1E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912E5-FA79-512F-5B8A-C8B49A053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C4D47-8B2D-90BB-F83E-681979566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AB10A-357A-03EE-C924-D67B69BDD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8B87D-EAF7-0DDD-B87A-40BBB618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4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A103AD-D0F3-3EAE-9D0A-2E249AE7B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C756E-D10C-34AC-2BE8-E60FA1F03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F067-8C18-5B58-5F30-9C657EE31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E6F08-BB57-48FD-94A2-2F5FB51F97E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0B759-E036-2DE3-54AC-3E0351567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3E97F-C43D-91DD-5D56-EB19FC8E7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A1E83-93A1-417B-B094-7D5F423990C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2186E-1AF0-4924-BEA9-1C950E7605B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30340"/>
            <a:ext cx="185737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0078D7">
                    <a:alpha val="50000"/>
                  </a:srgbClr>
                </a:solidFill>
                <a:latin typeface="Rockwell" panose="02060603020205020403" pitchFamily="18" charset="0"/>
              </a:rPr>
              <a:t>Information 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410037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red and blue ribbon&#10;&#10;Description automatically generated">
            <a:extLst>
              <a:ext uri="{FF2B5EF4-FFF2-40B4-BE49-F238E27FC236}">
                <a16:creationId xmlns:a16="http://schemas.microsoft.com/office/drawing/2014/main" id="{380383DB-F876-62C6-0EC8-9E270864D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5153" y="1825625"/>
            <a:ext cx="6921693" cy="4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5570C7-AC06-2868-0080-8136EC75B1D8}"/>
              </a:ext>
            </a:extLst>
          </p:cNvPr>
          <p:cNvSpPr txBox="1"/>
          <p:nvPr/>
        </p:nvSpPr>
        <p:spPr>
          <a:xfrm>
            <a:off x="9326880" y="6258560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Fig.1</a:t>
            </a:r>
          </a:p>
        </p:txBody>
      </p:sp>
    </p:spTree>
    <p:extLst>
      <p:ext uri="{BB962C8B-B14F-4D97-AF65-F5344CB8AC3E}">
        <p14:creationId xmlns:p14="http://schemas.microsoft.com/office/powerpoint/2010/main" val="130037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Rockwell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haroon afzal</dc:creator>
  <cp:lastModifiedBy>O'Neill, Jackie</cp:lastModifiedBy>
  <cp:revision>1</cp:revision>
  <dcterms:created xsi:type="dcterms:W3CDTF">2025-05-17T09:22:40Z</dcterms:created>
  <dcterms:modified xsi:type="dcterms:W3CDTF">2025-11-26T08:59:06Z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bbab825-a111-45e4-86a1-18cee0005896_Enabled">
    <vt:lpwstr>true</vt:lpwstr>
  </property>
  <property fmtid="{D5CDD505-2E9C-101B-9397-08002B2CF9AE}" pid="3" name="MSIP_Label_2bbab825-a111-45e4-86a1-18cee0005896_SetDate">
    <vt:lpwstr>2025-11-26T08:58:51Z</vt:lpwstr>
  </property>
  <property fmtid="{D5CDD505-2E9C-101B-9397-08002B2CF9AE}" pid="4" name="MSIP_Label_2bbab825-a111-45e4-86a1-18cee0005896_Method">
    <vt:lpwstr>Standard</vt:lpwstr>
  </property>
  <property fmtid="{D5CDD505-2E9C-101B-9397-08002B2CF9AE}" pid="5" name="MSIP_Label_2bbab825-a111-45e4-86a1-18cee0005896_Name">
    <vt:lpwstr>2bbab825-a111-45e4-86a1-18cee0005896</vt:lpwstr>
  </property>
  <property fmtid="{D5CDD505-2E9C-101B-9397-08002B2CF9AE}" pid="6" name="MSIP_Label_2bbab825-a111-45e4-86a1-18cee0005896_SiteId">
    <vt:lpwstr>2567d566-604c-408a-8a60-55d0dc9d9d6b</vt:lpwstr>
  </property>
  <property fmtid="{D5CDD505-2E9C-101B-9397-08002B2CF9AE}" pid="7" name="MSIP_Label_2bbab825-a111-45e4-86a1-18cee0005896_ActionId">
    <vt:lpwstr>fddeced1-ca52-4cf2-8dda-6de6d4f46318</vt:lpwstr>
  </property>
  <property fmtid="{D5CDD505-2E9C-101B-9397-08002B2CF9AE}" pid="8" name="MSIP_Label_2bbab825-a111-45e4-86a1-18cee0005896_ContentBits">
    <vt:lpwstr>2</vt:lpwstr>
  </property>
  <property fmtid="{D5CDD505-2E9C-101B-9397-08002B2CF9AE}" pid="9" name="MSIP_Label_2bbab825-a111-45e4-86a1-18cee0005896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Information Classification: General</vt:lpwstr>
  </property>
</Properties>
</file>